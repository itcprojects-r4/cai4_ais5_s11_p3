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8" r:id="rId7"/>
    <p:sldId id="269" r:id="rId8"/>
    <p:sldId id="270" r:id="rId9"/>
    <p:sldId id="271" r:id="rId10"/>
    <p:sldId id="261" r:id="rId11"/>
    <p:sldId id="265" r:id="rId12"/>
    <p:sldId id="266" r:id="rId13"/>
    <p:sldId id="267"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303" r:id="rId38"/>
    <p:sldId id="295" r:id="rId39"/>
    <p:sldId id="296" r:id="rId40"/>
    <p:sldId id="297" r:id="rId41"/>
    <p:sldId id="298" r:id="rId42"/>
    <p:sldId id="299" r:id="rId43"/>
    <p:sldId id="300" r:id="rId44"/>
    <p:sldId id="301" r:id="rId45"/>
    <p:sldId id="302" r:id="rId46"/>
    <p:sldId id="304" r:id="rId47"/>
    <p:sldId id="305" r:id="rId48"/>
    <p:sldId id="306" r:id="rId49"/>
    <p:sldId id="307" r:id="rId50"/>
    <p:sldId id="262" r:id="rId51"/>
    <p:sldId id="263" r:id="rId52"/>
    <p:sldId id="264" r:id="rId5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446DA8-1034-77E2-9EE1-1BC3F2E7BB23}" v="10" dt="2026-07-02T12:01:25.649"/>
    <p1510:client id="{7BB2D437-A765-CA84-87C6-F33CE678CB16}" v="208" dt="2026-07-02T20:29:29.094"/>
    <p1510:client id="{BBC6CCEF-D642-C1A6-5E2A-2F2AE0363451}" v="41" dt="2026-07-03T16:11:19.026"/>
    <p1510:client id="{C2DC1797-3B66-BCE4-C5DB-F348F265C43D}" v="60" dt="2026-07-03T11:32:06.450"/>
    <p1510:client id="{D8357BCC-3F7B-8D63-BF65-AC1F2DC4B7CA}" v="6" dt="2026-07-03T11:50:52.738"/>
    <p1510:client id="{DAB9E754-19ED-52AC-C520-38B8ED1E26FA}" v="17" dt="2026-07-03T12:17:12.3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2413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2.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0.jpeg"/><Relationship Id="rId5" Type="http://schemas.openxmlformats.org/officeDocument/2006/relationships/image" Target="../media/image49.jpe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w="12700">
            <a:solidFill>
              <a:srgbClr val="6C63FF"/>
            </a:solidFill>
            <a:prstDash val="solid"/>
          </a:ln>
        </p:spPr>
      </p:sp>
      <p:sp>
        <p:nvSpPr>
          <p:cNvPr id="3" name="Shape 1"/>
          <p:cNvSpPr/>
          <p:nvPr/>
        </p:nvSpPr>
        <p:spPr>
          <a:xfrm>
            <a:off x="7132320" y="-548640"/>
            <a:ext cx="2560320" cy="2560320"/>
          </a:xfrm>
          <a:prstGeom prst="ellipse">
            <a:avLst/>
          </a:prstGeom>
          <a:solidFill>
            <a:srgbClr val="6C63FF">
              <a:alpha val="15000"/>
            </a:srgbClr>
          </a:solidFill>
          <a:ln w="12700">
            <a:solidFill>
              <a:srgbClr val="6C63FF"/>
            </a:solidFill>
            <a:prstDash val="solid"/>
          </a:ln>
        </p:spPr>
      </p:sp>
      <p:sp>
        <p:nvSpPr>
          <p:cNvPr id="4" name="Shape 2"/>
          <p:cNvSpPr/>
          <p:nvPr/>
        </p:nvSpPr>
        <p:spPr>
          <a:xfrm>
            <a:off x="7772400" y="-182880"/>
            <a:ext cx="1463040" cy="1463040"/>
          </a:xfrm>
          <a:prstGeom prst="ellipse">
            <a:avLst/>
          </a:prstGeom>
          <a:solidFill>
            <a:srgbClr val="4FC3F7">
              <a:alpha val="20000"/>
            </a:srgbClr>
          </a:solidFill>
          <a:ln w="12700">
            <a:solidFill>
              <a:srgbClr val="4FC3F7"/>
            </a:solidFill>
            <a:prstDash val="solid"/>
          </a:ln>
        </p:spPr>
      </p:sp>
      <p:sp>
        <p:nvSpPr>
          <p:cNvPr id="5" name="Shape 3"/>
          <p:cNvSpPr/>
          <p:nvPr/>
        </p:nvSpPr>
        <p:spPr>
          <a:xfrm>
            <a:off x="-457200" y="3840480"/>
            <a:ext cx="2011680" cy="2011680"/>
          </a:xfrm>
          <a:prstGeom prst="ellipse">
            <a:avLst/>
          </a:prstGeom>
          <a:solidFill>
            <a:srgbClr val="4FC3F7">
              <a:alpha val="12000"/>
            </a:srgbClr>
          </a:solidFill>
          <a:ln w="12700">
            <a:solidFill>
              <a:srgbClr val="4FC3F7"/>
            </a:solidFill>
            <a:prstDash val="solid"/>
          </a:ln>
        </p:spPr>
      </p:sp>
      <p:sp>
        <p:nvSpPr>
          <p:cNvPr id="6" name="Shape 4"/>
          <p:cNvSpPr/>
          <p:nvPr/>
        </p:nvSpPr>
        <p:spPr>
          <a:xfrm>
            <a:off x="548640" y="2985951"/>
            <a:ext cx="4114800" cy="0"/>
          </a:xfrm>
          <a:prstGeom prst="line">
            <a:avLst/>
          </a:prstGeom>
          <a:noFill/>
          <a:ln w="19050">
            <a:solidFill>
              <a:srgbClr val="6C63FF"/>
            </a:solidFill>
            <a:prstDash val="solid"/>
          </a:ln>
        </p:spPr>
      </p:sp>
      <p:pic>
        <p:nvPicPr>
          <p:cNvPr id="7" name="Image 0" descr="preencoded.png"/>
          <p:cNvPicPr>
            <a:picLocks noChangeAspect="1"/>
          </p:cNvPicPr>
          <p:nvPr/>
        </p:nvPicPr>
        <p:blipFill>
          <a:blip r:embed="rId3"/>
          <a:stretch>
            <a:fillRect/>
          </a:stretch>
        </p:blipFill>
        <p:spPr>
          <a:xfrm>
            <a:off x="55299" y="171123"/>
            <a:ext cx="658368" cy="658368"/>
          </a:xfrm>
          <a:prstGeom prst="ellipse">
            <a:avLst/>
          </a:prstGeom>
        </p:spPr>
      </p:pic>
      <p:pic>
        <p:nvPicPr>
          <p:cNvPr id="8" name="Image 1" descr="preencoded.png"/>
          <p:cNvPicPr>
            <a:picLocks noChangeAspect="1"/>
          </p:cNvPicPr>
          <p:nvPr/>
        </p:nvPicPr>
        <p:blipFill>
          <a:blip r:embed="rId4"/>
          <a:stretch>
            <a:fillRect/>
          </a:stretch>
        </p:blipFill>
        <p:spPr>
          <a:xfrm>
            <a:off x="8174518" y="220109"/>
            <a:ext cx="658368" cy="658368"/>
          </a:xfrm>
          <a:prstGeom prst="rect">
            <a:avLst/>
          </a:prstGeom>
        </p:spPr>
      </p:pic>
      <p:sp>
        <p:nvSpPr>
          <p:cNvPr id="9" name="Text 5"/>
          <p:cNvSpPr/>
          <p:nvPr/>
        </p:nvSpPr>
        <p:spPr>
          <a:xfrm>
            <a:off x="914400" y="320040"/>
            <a:ext cx="7315200" cy="365760"/>
          </a:xfrm>
          <a:prstGeom prst="rect">
            <a:avLst/>
          </a:prstGeom>
          <a:noFill/>
          <a:ln/>
        </p:spPr>
        <p:txBody>
          <a:bodyPr wrap="square" rtlCol="0" anchor="ctr"/>
          <a:lstStyle/>
          <a:p>
            <a:pPr marL="0" indent="0">
              <a:buNone/>
            </a:pPr>
            <a:r>
              <a:rPr lang="en-US" sz="1100" kern="0" spc="300">
                <a:solidFill>
                  <a:srgbClr val="4FC3F7"/>
                </a:solidFill>
                <a:latin typeface="Calibri" pitchFamily="34" charset="0"/>
                <a:ea typeface="Calibri" pitchFamily="34" charset="-122"/>
                <a:cs typeface="Calibri" pitchFamily="34" charset="-120"/>
              </a:rPr>
              <a:t>ITC — Information Technology Colleague</a:t>
            </a:r>
            <a:endParaRPr lang="en-US" sz="1100"/>
          </a:p>
        </p:txBody>
      </p:sp>
      <p:sp>
        <p:nvSpPr>
          <p:cNvPr id="10" name="Text 6"/>
          <p:cNvSpPr/>
          <p:nvPr/>
        </p:nvSpPr>
        <p:spPr>
          <a:xfrm>
            <a:off x="914400" y="658368"/>
            <a:ext cx="4572000" cy="320040"/>
          </a:xfrm>
          <a:prstGeom prst="rect">
            <a:avLst/>
          </a:prstGeom>
          <a:noFill/>
          <a:ln/>
        </p:spPr>
        <p:txBody>
          <a:bodyPr wrap="square" rtlCol="0" anchor="ctr"/>
          <a:lstStyle/>
          <a:p>
            <a:pPr marL="0" indent="0">
              <a:buNone/>
            </a:pPr>
            <a:r>
              <a:rPr lang="en-US" sz="1100">
                <a:solidFill>
                  <a:srgbClr val="8892A4"/>
                </a:solidFill>
                <a:latin typeface="Calibri" pitchFamily="34" charset="0"/>
                <a:ea typeface="Calibri" pitchFamily="34" charset="-122"/>
                <a:cs typeface="Calibri" pitchFamily="34" charset="-120"/>
              </a:rPr>
              <a:t>رواد مصر الرقمية</a:t>
            </a:r>
            <a:endParaRPr lang="en-US" sz="1100"/>
          </a:p>
        </p:txBody>
      </p:sp>
      <p:sp>
        <p:nvSpPr>
          <p:cNvPr id="11" name="Text 7"/>
          <p:cNvSpPr/>
          <p:nvPr/>
        </p:nvSpPr>
        <p:spPr>
          <a:xfrm>
            <a:off x="548640" y="1051560"/>
            <a:ext cx="7799613" cy="1152796"/>
          </a:xfrm>
          <a:prstGeom prst="rect">
            <a:avLst/>
          </a:prstGeom>
          <a:noFill/>
          <a:ln/>
        </p:spPr>
        <p:txBody>
          <a:bodyPr wrap="square" lIns="91440" tIns="45720" rIns="91440" bIns="45720" rtlCol="0" anchor="ctr"/>
          <a:lstStyle/>
          <a:p>
            <a:r>
              <a:rPr lang="en-US" sz="4400" kern="0" spc="200">
                <a:solidFill>
                  <a:srgbClr val="F1F5FB"/>
                </a:solidFill>
                <a:ea typeface="+mn-lt"/>
                <a:cs typeface="+mn-lt"/>
              </a:rPr>
              <a:t>Digital Marketing Data</a:t>
            </a:r>
            <a:endParaRPr lang="en-US" sz="4400">
              <a:ea typeface="Calibri"/>
              <a:cs typeface="Calibri"/>
            </a:endParaRPr>
          </a:p>
          <a:p>
            <a:r>
              <a:rPr lang="en-US" sz="4400" kern="0" spc="200">
                <a:solidFill>
                  <a:srgbClr val="F1F5FB"/>
                </a:solidFill>
                <a:ea typeface="+mn-lt"/>
                <a:cs typeface="+mn-lt"/>
              </a:rPr>
              <a:t>Warehouse System</a:t>
            </a:r>
            <a:endParaRPr lang="en-US" sz="4400"/>
          </a:p>
        </p:txBody>
      </p:sp>
      <p:sp>
        <p:nvSpPr>
          <p:cNvPr id="12" name="Text 8"/>
          <p:cNvSpPr/>
          <p:nvPr/>
        </p:nvSpPr>
        <p:spPr>
          <a:xfrm>
            <a:off x="548640" y="1755648"/>
            <a:ext cx="7805057" cy="1844040"/>
          </a:xfrm>
          <a:prstGeom prst="rect">
            <a:avLst/>
          </a:prstGeom>
          <a:noFill/>
          <a:ln/>
        </p:spPr>
        <p:txBody>
          <a:bodyPr wrap="square" lIns="91440" tIns="45720" rIns="91440" bIns="45720" rtlCol="0" anchor="ctr"/>
          <a:lstStyle/>
          <a:p>
            <a:r>
              <a:rPr lang="en-US" sz="5800" b="1" kern="0" spc="200">
                <a:solidFill>
                  <a:srgbClr val="6C63FF"/>
                </a:solidFill>
                <a:latin typeface="Calibri"/>
                <a:ea typeface="Calibri"/>
                <a:cs typeface="Calibri"/>
              </a:rPr>
              <a:t>PROJECT</a:t>
            </a:r>
            <a:endParaRPr lang="en-US" sz="5800">
              <a:ea typeface="Calibri"/>
              <a:cs typeface="Calibri"/>
            </a:endParaRPr>
          </a:p>
        </p:txBody>
      </p:sp>
      <p:sp>
        <p:nvSpPr>
          <p:cNvPr id="13" name="Text 9"/>
          <p:cNvSpPr/>
          <p:nvPr/>
        </p:nvSpPr>
        <p:spPr>
          <a:xfrm>
            <a:off x="548640" y="2651760"/>
            <a:ext cx="5486400" cy="1287780"/>
          </a:xfrm>
          <a:prstGeom prst="rect">
            <a:avLst/>
          </a:prstGeom>
          <a:noFill/>
          <a:ln/>
        </p:spPr>
        <p:txBody>
          <a:bodyPr wrap="square" rtlCol="0" anchor="ctr"/>
          <a:lstStyle/>
          <a:p>
            <a:pPr marL="0" indent="0">
              <a:buNone/>
            </a:pPr>
            <a:r>
              <a:rPr lang="en-US" sz="1400" kern="0" spc="100">
                <a:solidFill>
                  <a:srgbClr val="8892A4"/>
                </a:solidFill>
                <a:latin typeface="Calibri" pitchFamily="34" charset="0"/>
                <a:ea typeface="Calibri" pitchFamily="34" charset="-122"/>
                <a:cs typeface="Calibri" pitchFamily="34" charset="-120"/>
              </a:rPr>
              <a:t>Powerful  •  Modern  •  Premium</a:t>
            </a:r>
            <a:endParaRPr lang="en-US" sz="1400"/>
          </a:p>
        </p:txBody>
      </p:sp>
      <p:sp>
        <p:nvSpPr>
          <p:cNvPr id="14" name="Shape 10"/>
          <p:cNvSpPr/>
          <p:nvPr/>
        </p:nvSpPr>
        <p:spPr>
          <a:xfrm>
            <a:off x="548640" y="4187952"/>
            <a:ext cx="1828800" cy="365760"/>
          </a:xfrm>
          <a:prstGeom prst="roundRect">
            <a:avLst>
              <a:gd name="adj" fmla="val 12500"/>
            </a:avLst>
          </a:prstGeom>
          <a:solidFill>
            <a:srgbClr val="6C63FF">
              <a:alpha val="20000"/>
            </a:srgbClr>
          </a:solidFill>
          <a:ln w="12700">
            <a:solidFill>
              <a:srgbClr val="6C63FF"/>
            </a:solidFill>
            <a:prstDash val="solid"/>
          </a:ln>
        </p:spPr>
      </p:sp>
      <p:sp>
        <p:nvSpPr>
          <p:cNvPr id="15" name="Text 11"/>
          <p:cNvSpPr/>
          <p:nvPr/>
        </p:nvSpPr>
        <p:spPr>
          <a:xfrm>
            <a:off x="548640" y="4187952"/>
            <a:ext cx="1828800" cy="365760"/>
          </a:xfrm>
          <a:prstGeom prst="rect">
            <a:avLst/>
          </a:prstGeom>
          <a:noFill/>
          <a:ln/>
        </p:spPr>
        <p:txBody>
          <a:bodyPr wrap="square" lIns="91440" tIns="45720" rIns="91440" bIns="45720" rtlCol="0" anchor="ctr"/>
          <a:lstStyle/>
          <a:p>
            <a:pPr marL="0" indent="0" algn="ctr">
              <a:buNone/>
            </a:pPr>
            <a:r>
              <a:rPr lang="en-US" sz="1100" b="1">
                <a:solidFill>
                  <a:srgbClr val="6C63FF"/>
                </a:solidFill>
                <a:latin typeface="Calibri"/>
                <a:ea typeface="Calibri"/>
                <a:cs typeface="Calibri"/>
              </a:rPr>
              <a:t>Data</a:t>
            </a:r>
            <a:endParaRPr lang="en-US" sz="1100"/>
          </a:p>
        </p:txBody>
      </p:sp>
      <p:sp>
        <p:nvSpPr>
          <p:cNvPr id="16" name="Shape 12"/>
          <p:cNvSpPr/>
          <p:nvPr/>
        </p:nvSpPr>
        <p:spPr>
          <a:xfrm>
            <a:off x="2651760" y="4187952"/>
            <a:ext cx="1828800" cy="365760"/>
          </a:xfrm>
          <a:prstGeom prst="roundRect">
            <a:avLst>
              <a:gd name="adj" fmla="val 12500"/>
            </a:avLst>
          </a:prstGeom>
          <a:solidFill>
            <a:srgbClr val="4FC3F7">
              <a:alpha val="20000"/>
            </a:srgbClr>
          </a:solidFill>
          <a:ln w="12700">
            <a:solidFill>
              <a:srgbClr val="4FC3F7"/>
            </a:solidFill>
            <a:prstDash val="solid"/>
          </a:ln>
        </p:spPr>
      </p:sp>
      <p:sp>
        <p:nvSpPr>
          <p:cNvPr id="17" name="Text 13"/>
          <p:cNvSpPr/>
          <p:nvPr/>
        </p:nvSpPr>
        <p:spPr>
          <a:xfrm>
            <a:off x="2651760" y="4187952"/>
            <a:ext cx="1828800" cy="365760"/>
          </a:xfrm>
          <a:prstGeom prst="rect">
            <a:avLst/>
          </a:prstGeom>
          <a:noFill/>
          <a:ln/>
        </p:spPr>
        <p:txBody>
          <a:bodyPr wrap="square" lIns="91440" tIns="45720" rIns="91440" bIns="45720" rtlCol="0" anchor="ctr"/>
          <a:lstStyle/>
          <a:p>
            <a:pPr algn="ctr"/>
            <a:r>
              <a:rPr lang="en-US" sz="1100" b="1">
                <a:solidFill>
                  <a:srgbClr val="4FC3F7"/>
                </a:solidFill>
                <a:latin typeface="Calibri"/>
                <a:ea typeface="Calibri"/>
                <a:cs typeface="Calibri"/>
              </a:rPr>
              <a:t>Data engineering</a:t>
            </a:r>
            <a:endParaRPr lang="en-US" sz="1100"/>
          </a:p>
        </p:txBody>
      </p:sp>
      <p:sp>
        <p:nvSpPr>
          <p:cNvPr id="18" name="Shape 14"/>
          <p:cNvSpPr/>
          <p:nvPr/>
        </p:nvSpPr>
        <p:spPr>
          <a:xfrm>
            <a:off x="4754880" y="4187952"/>
            <a:ext cx="1828800" cy="365760"/>
          </a:xfrm>
          <a:prstGeom prst="roundRect">
            <a:avLst>
              <a:gd name="adj" fmla="val 12500"/>
            </a:avLst>
          </a:prstGeom>
          <a:solidFill>
            <a:srgbClr val="00E676">
              <a:alpha val="20000"/>
            </a:srgbClr>
          </a:solidFill>
          <a:ln w="12700">
            <a:solidFill>
              <a:srgbClr val="00E676"/>
            </a:solidFill>
            <a:prstDash val="solid"/>
          </a:ln>
        </p:spPr>
      </p:sp>
      <p:sp>
        <p:nvSpPr>
          <p:cNvPr id="19" name="Text 15"/>
          <p:cNvSpPr/>
          <p:nvPr/>
        </p:nvSpPr>
        <p:spPr>
          <a:xfrm>
            <a:off x="4754880" y="4187952"/>
            <a:ext cx="1828800" cy="365760"/>
          </a:xfrm>
          <a:prstGeom prst="rect">
            <a:avLst/>
          </a:prstGeom>
          <a:noFill/>
          <a:ln/>
        </p:spPr>
        <p:txBody>
          <a:bodyPr wrap="square" lIns="91440" tIns="45720" rIns="91440" bIns="45720" rtlCol="0" anchor="ctr"/>
          <a:lstStyle/>
          <a:p>
            <a:pPr marL="0" indent="0" algn="ctr">
              <a:buNone/>
            </a:pPr>
            <a:r>
              <a:rPr lang="en-US" sz="1100" b="1">
                <a:solidFill>
                  <a:srgbClr val="00E676"/>
                </a:solidFill>
                <a:latin typeface="Calibri"/>
                <a:ea typeface="Calibri"/>
                <a:cs typeface="Calibri"/>
              </a:rPr>
              <a:t>2025 / 2026</a:t>
            </a:r>
            <a:endParaRPr lang="en-US" sz="1100">
              <a:latin typeface="Calibri"/>
              <a:ea typeface="Calibri"/>
              <a:cs typeface="Calibri"/>
            </a:endParaRPr>
          </a:p>
        </p:txBody>
      </p:sp>
      <p:sp>
        <p:nvSpPr>
          <p:cNvPr id="20" name="Shape 16"/>
          <p:cNvSpPr/>
          <p:nvPr/>
        </p:nvSpPr>
        <p:spPr>
          <a:xfrm>
            <a:off x="6865620" y="4058194"/>
            <a:ext cx="1805940" cy="621792"/>
          </a:xfrm>
          <a:prstGeom prst="roundRect">
            <a:avLst>
              <a:gd name="adj" fmla="val 11765"/>
            </a:avLst>
          </a:prstGeom>
          <a:solidFill>
            <a:srgbClr val="6C63FF">
              <a:alpha val="85000"/>
            </a:srgbClr>
          </a:solidFill>
          <a:ln w="19050">
            <a:solidFill>
              <a:srgbClr val="6C63FF"/>
            </a:solidFill>
            <a:prstDash val="solid"/>
          </a:ln>
        </p:spPr>
      </p:sp>
      <p:sp>
        <p:nvSpPr>
          <p:cNvPr id="21" name="Text 17"/>
          <p:cNvSpPr/>
          <p:nvPr/>
        </p:nvSpPr>
        <p:spPr>
          <a:xfrm>
            <a:off x="6696891" y="4065599"/>
            <a:ext cx="2148842" cy="615692"/>
          </a:xfrm>
          <a:prstGeom prst="rect">
            <a:avLst/>
          </a:prstGeom>
          <a:noFill/>
          <a:ln/>
        </p:spPr>
        <p:txBody>
          <a:bodyPr wrap="square" lIns="91440" tIns="45720" rIns="91440" bIns="45720" rtlCol="0" anchor="ctr"/>
          <a:lstStyle/>
          <a:p>
            <a:pPr marL="0" indent="0" algn="ctr">
              <a:buNone/>
            </a:pPr>
            <a:r>
              <a:rPr lang="en-US" sz="1200" kern="0" spc="100">
                <a:solidFill>
                  <a:srgbClr val="F1F5FB"/>
                </a:solidFill>
                <a:ea typeface="+mn-lt"/>
                <a:cs typeface="+mn-lt"/>
              </a:rPr>
              <a:t>ONL4_AIS5_S11</a:t>
            </a:r>
            <a:endParaRPr lang="en-US"/>
          </a:p>
        </p:txBody>
      </p:sp>
      <p:sp>
        <p:nvSpPr>
          <p:cNvPr id="22" name="Text 18"/>
          <p:cNvSpPr/>
          <p:nvPr/>
        </p:nvSpPr>
        <p:spPr>
          <a:xfrm>
            <a:off x="6713220" y="4398264"/>
            <a:ext cx="2148840" cy="256032"/>
          </a:xfrm>
          <a:prstGeom prst="rect">
            <a:avLst/>
          </a:prstGeom>
          <a:noFill/>
          <a:ln/>
        </p:spPr>
        <p:txBody>
          <a:bodyPr wrap="square" lIns="91440" tIns="45720" rIns="91440" bIns="45720" rtlCol="0" anchor="ctr"/>
          <a:lstStyle/>
          <a:p>
            <a:pPr marL="0" indent="0" algn="ctr">
              <a:buNone/>
            </a:pPr>
            <a:endParaRPr lang="en-US" sz="1000">
              <a:solidFill>
                <a:srgbClr val="4FC3F7"/>
              </a:solidFill>
              <a:ea typeface="Calibri"/>
              <a:cs typeface="Calibri"/>
            </a:endParaRPr>
          </a:p>
        </p:txBody>
      </p:sp>
      <p:sp>
        <p:nvSpPr>
          <p:cNvPr id="23" name="Shape 19"/>
          <p:cNvSpPr/>
          <p:nvPr/>
        </p:nvSpPr>
        <p:spPr>
          <a:xfrm>
            <a:off x="0" y="4773168"/>
            <a:ext cx="9144000" cy="370332"/>
          </a:xfrm>
          <a:prstGeom prst="rect">
            <a:avLst/>
          </a:prstGeom>
          <a:solidFill>
            <a:srgbClr val="141B2D"/>
          </a:solidFill>
          <a:ln w="12700">
            <a:solidFill>
              <a:srgbClr val="1E2D4A"/>
            </a:solidFill>
            <a:prstDash val="solid"/>
          </a:ln>
        </p:spPr>
      </p:sp>
      <p:sp>
        <p:nvSpPr>
          <p:cNvPr id="24" name="Text 20"/>
          <p:cNvSpPr/>
          <p:nvPr/>
        </p:nvSpPr>
        <p:spPr>
          <a:xfrm>
            <a:off x="274320" y="4773168"/>
            <a:ext cx="8595360" cy="370332"/>
          </a:xfrm>
          <a:prstGeom prst="rect">
            <a:avLst/>
          </a:prstGeom>
          <a:noFill/>
          <a:ln/>
        </p:spPr>
        <p:txBody>
          <a:bodyPr wrap="square" lIns="91440" tIns="45720" rIns="91440" bIns="45720" rtlCol="0" anchor="ctr"/>
          <a:lstStyle/>
          <a:p>
            <a:pPr marL="0" indent="0" algn="ctr">
              <a:buNone/>
            </a:pPr>
            <a:r>
              <a:rPr lang="en-US" sz="1200" b="1" err="1">
                <a:solidFill>
                  <a:srgbClr val="4FC3F7"/>
                </a:solidFill>
                <a:latin typeface="Calibri"/>
                <a:ea typeface="Calibri"/>
                <a:cs typeface="Calibri"/>
              </a:rPr>
              <a:t>شكر</a:t>
            </a:r>
            <a:r>
              <a:rPr lang="en-US" sz="1200" b="1">
                <a:solidFill>
                  <a:srgbClr val="4FC3F7"/>
                </a:solidFill>
                <a:latin typeface="Calibri"/>
                <a:ea typeface="Calibri"/>
                <a:cs typeface="Calibri"/>
              </a:rPr>
              <a:t> </a:t>
            </a:r>
            <a:r>
              <a:rPr lang="en-US" sz="1200" b="1" err="1">
                <a:solidFill>
                  <a:srgbClr val="4FC3F7"/>
                </a:solidFill>
                <a:latin typeface="Calibri"/>
                <a:ea typeface="Calibri"/>
                <a:cs typeface="Calibri"/>
              </a:rPr>
              <a:t>وتقدير</a:t>
            </a:r>
            <a:r>
              <a:rPr lang="en-US" sz="1200" b="1">
                <a:solidFill>
                  <a:srgbClr val="4FC3F7"/>
                </a:solidFill>
                <a:latin typeface="Calibri"/>
                <a:ea typeface="Calibri"/>
                <a:cs typeface="Calibri"/>
              </a:rPr>
              <a:t> </a:t>
            </a:r>
            <a:r>
              <a:rPr lang="en-US" sz="1200" b="1" err="1">
                <a:solidFill>
                  <a:srgbClr val="4FC3F7"/>
                </a:solidFill>
                <a:latin typeface="Calibri"/>
                <a:ea typeface="Calibri"/>
                <a:cs typeface="Calibri"/>
              </a:rPr>
              <a:t>لإدارة</a:t>
            </a:r>
            <a:r>
              <a:rPr lang="en-US" sz="1200" b="1">
                <a:solidFill>
                  <a:srgbClr val="4FC3F7"/>
                </a:solidFill>
                <a:latin typeface="Calibri"/>
                <a:ea typeface="Calibri"/>
                <a:cs typeface="Calibri"/>
              </a:rPr>
              <a:t> </a:t>
            </a:r>
            <a:r>
              <a:rPr lang="en-US" sz="1200" b="1" err="1">
                <a:solidFill>
                  <a:srgbClr val="4FC3F7"/>
                </a:solidFill>
                <a:latin typeface="Calibri"/>
                <a:ea typeface="Calibri"/>
                <a:cs typeface="Calibri"/>
              </a:rPr>
              <a:t>المبادرة</a:t>
            </a:r>
            <a:r>
              <a:rPr lang="en-US" sz="1200" b="1">
                <a:solidFill>
                  <a:srgbClr val="4FC3F7"/>
                </a:solidFill>
                <a:latin typeface="Calibri"/>
                <a:ea typeface="Calibri"/>
                <a:cs typeface="Calibri"/>
              </a:rPr>
              <a:t>  </a:t>
            </a:r>
            <a:r>
              <a:rPr lang="en-US" sz="1200" err="1">
                <a:solidFill>
                  <a:srgbClr val="8892A4"/>
                </a:solidFill>
                <a:latin typeface="Calibri"/>
                <a:ea typeface="Calibri"/>
                <a:cs typeface="Calibri"/>
              </a:rPr>
              <a:t>ولشركة</a:t>
            </a:r>
            <a:r>
              <a:rPr lang="en-US" sz="1200">
                <a:solidFill>
                  <a:srgbClr val="8892A4"/>
                </a:solidFill>
                <a:latin typeface="Calibri"/>
                <a:ea typeface="Calibri"/>
                <a:cs typeface="Calibri"/>
              </a:rPr>
              <a:t> ITC </a:t>
            </a:r>
            <a:r>
              <a:rPr lang="en-US" sz="1200" err="1">
                <a:solidFill>
                  <a:srgbClr val="8892A4"/>
                </a:solidFill>
                <a:latin typeface="Calibri"/>
                <a:ea typeface="Calibri"/>
                <a:cs typeface="Calibri"/>
              </a:rPr>
              <a:t>الشركة</a:t>
            </a:r>
            <a:r>
              <a:rPr lang="en-US" sz="1200">
                <a:solidFill>
                  <a:srgbClr val="8892A4"/>
                </a:solidFill>
                <a:latin typeface="Calibri"/>
                <a:ea typeface="Calibri"/>
                <a:cs typeface="Calibri"/>
              </a:rPr>
              <a:t> </a:t>
            </a:r>
            <a:r>
              <a:rPr lang="en-US" sz="1200" err="1">
                <a:solidFill>
                  <a:srgbClr val="8892A4"/>
                </a:solidFill>
                <a:latin typeface="Calibri"/>
                <a:ea typeface="Calibri"/>
                <a:cs typeface="Calibri"/>
              </a:rPr>
              <a:t>المنفذة</a:t>
            </a:r>
            <a:r>
              <a:rPr lang="en-US" sz="1200">
                <a:solidFill>
                  <a:srgbClr val="8892A4"/>
                </a:solidFill>
                <a:latin typeface="Calibri"/>
                <a:ea typeface="Calibri"/>
                <a:cs typeface="Calibri"/>
              </a:rPr>
              <a:t> </a:t>
            </a:r>
            <a:r>
              <a:rPr lang="en-US" sz="1200" err="1">
                <a:solidFill>
                  <a:srgbClr val="8892A4"/>
                </a:solidFill>
                <a:latin typeface="Calibri"/>
                <a:ea typeface="Calibri"/>
                <a:cs typeface="Calibri"/>
              </a:rPr>
              <a:t>لتراك</a:t>
            </a:r>
            <a:r>
              <a:rPr lang="en-US" sz="1200">
                <a:solidFill>
                  <a:srgbClr val="8892A4"/>
                </a:solidFill>
                <a:latin typeface="Calibri"/>
                <a:ea typeface="Calibri"/>
                <a:cs typeface="Calibri"/>
              </a:rPr>
              <a:t> </a:t>
            </a:r>
            <a:endParaRPr lang="en-US" sz="1200" b="1">
              <a:solidFill>
                <a:srgbClr val="FFB300"/>
              </a:solidFill>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4" name="Shape 0"/>
          <p:cNvSpPr/>
          <p:nvPr/>
        </p:nvSpPr>
        <p:spPr>
          <a:xfrm>
            <a:off x="0" y="178676"/>
            <a:ext cx="2926080" cy="4964823"/>
          </a:xfrm>
          <a:prstGeom prst="rect">
            <a:avLst/>
          </a:prstGeom>
          <a:solidFill>
            <a:srgbClr val="141B2D"/>
          </a:solidFill>
          <a:ln w="12700">
            <a:solidFill>
              <a:srgbClr val="1E2D4A"/>
            </a:solidFill>
            <a:prstDash val="solid"/>
          </a:ln>
        </p:spPr>
      </p:sp>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5" name="Shape 1"/>
          <p:cNvSpPr/>
          <p:nvPr/>
        </p:nvSpPr>
        <p:spPr>
          <a:xfrm>
            <a:off x="0" y="0"/>
            <a:ext cx="54864" cy="5143500"/>
          </a:xfrm>
          <a:prstGeom prst="rect">
            <a:avLst/>
          </a:prstGeom>
          <a:solidFill>
            <a:srgbClr val="6C63FF"/>
          </a:solidFill>
          <a:ln w="12700">
            <a:solidFill>
              <a:srgbClr val="6C63FF"/>
            </a:solidFill>
            <a:prstDash val="solid"/>
          </a:ln>
        </p:spPr>
      </p:sp>
      <p:sp>
        <p:nvSpPr>
          <p:cNvPr id="6" name="Text 2"/>
          <p:cNvSpPr/>
          <p:nvPr/>
        </p:nvSpPr>
        <p:spPr>
          <a:xfrm>
            <a:off x="193765" y="562356"/>
            <a:ext cx="2516778" cy="801624"/>
          </a:xfrm>
          <a:prstGeom prst="rect">
            <a:avLst/>
          </a:prstGeom>
          <a:noFill/>
          <a:ln/>
        </p:spPr>
        <p:txBody>
          <a:bodyPr wrap="square" rtlCol="0" anchor="ctr"/>
          <a:lstStyle/>
          <a:p>
            <a:pPr marL="0" indent="0">
              <a:buNone/>
            </a:pPr>
            <a:r>
              <a:rPr lang="en-US" sz="2800" b="1" kern="0" spc="300">
                <a:solidFill>
                  <a:srgbClr val="F1F5FB"/>
                </a:solidFill>
                <a:latin typeface="Calibri" pitchFamily="34" charset="0"/>
                <a:ea typeface="Calibri" pitchFamily="34" charset="-122"/>
                <a:cs typeface="Calibri" pitchFamily="34" charset="-120"/>
              </a:rPr>
              <a:t>AGENDA</a:t>
            </a:r>
            <a:endParaRPr lang="en-US" sz="2800"/>
          </a:p>
        </p:txBody>
      </p:sp>
      <p:sp>
        <p:nvSpPr>
          <p:cNvPr id="7" name="Text 3"/>
          <p:cNvSpPr/>
          <p:nvPr/>
        </p:nvSpPr>
        <p:spPr>
          <a:xfrm>
            <a:off x="182880" y="1051560"/>
            <a:ext cx="2560320" cy="365760"/>
          </a:xfrm>
          <a:prstGeom prst="rect">
            <a:avLst/>
          </a:prstGeom>
          <a:noFill/>
          <a:ln/>
        </p:spPr>
        <p:txBody>
          <a:bodyPr wrap="square" rtlCol="0" anchor="ctr"/>
          <a:lstStyle/>
          <a:p>
            <a:pPr marL="0" indent="0">
              <a:buNone/>
            </a:pPr>
            <a:r>
              <a:rPr lang="en-US" sz="1000">
                <a:solidFill>
                  <a:srgbClr val="8892A4"/>
                </a:solidFill>
                <a:latin typeface="Calibri" pitchFamily="34" charset="0"/>
                <a:ea typeface="Calibri" pitchFamily="34" charset="-122"/>
                <a:cs typeface="Calibri" pitchFamily="34" charset="-120"/>
              </a:rPr>
              <a:t>What we'll cover today</a:t>
            </a:r>
            <a:endParaRPr lang="en-US" sz="1000"/>
          </a:p>
        </p:txBody>
      </p:sp>
      <p:sp>
        <p:nvSpPr>
          <p:cNvPr id="8" name="Shape 4"/>
          <p:cNvSpPr/>
          <p:nvPr/>
        </p:nvSpPr>
        <p:spPr>
          <a:xfrm>
            <a:off x="182880" y="1417320"/>
            <a:ext cx="2377440" cy="0"/>
          </a:xfrm>
          <a:prstGeom prst="line">
            <a:avLst/>
          </a:prstGeom>
          <a:noFill/>
          <a:ln w="12700">
            <a:solidFill>
              <a:srgbClr val="6C63FF"/>
            </a:solidFill>
            <a:prstDash val="solid"/>
          </a:ln>
        </p:spPr>
      </p:sp>
      <p:sp>
        <p:nvSpPr>
          <p:cNvPr id="9" name="Shape 5"/>
          <p:cNvSpPr/>
          <p:nvPr/>
        </p:nvSpPr>
        <p:spPr>
          <a:xfrm>
            <a:off x="164592" y="1600200"/>
            <a:ext cx="2514600" cy="420624"/>
          </a:xfrm>
          <a:prstGeom prst="roundRect">
            <a:avLst>
              <a:gd name="adj" fmla="val 10870"/>
            </a:avLst>
          </a:prstGeom>
          <a:solidFill>
            <a:srgbClr val="6C63FF"/>
          </a:solidFill>
          <a:ln w="12700">
            <a:solidFill>
              <a:srgbClr val="6C63FF"/>
            </a:solidFill>
            <a:prstDash val="solid"/>
          </a:ln>
        </p:spPr>
      </p:sp>
      <p:sp>
        <p:nvSpPr>
          <p:cNvPr id="10" name="Text 6"/>
          <p:cNvSpPr/>
          <p:nvPr/>
        </p:nvSpPr>
        <p:spPr>
          <a:xfrm>
            <a:off x="201168" y="1600200"/>
            <a:ext cx="2468880" cy="420624"/>
          </a:xfrm>
          <a:prstGeom prst="rect">
            <a:avLst/>
          </a:prstGeom>
          <a:noFill/>
          <a:ln/>
        </p:spPr>
        <p:txBody>
          <a:bodyPr wrap="square" lIns="101600" tIns="101600" rIns="101600" bIns="101600" rtlCol="0" anchor="ctr"/>
          <a:lstStyle/>
          <a:p>
            <a:pPr marL="0" indent="0">
              <a:buNone/>
            </a:pPr>
            <a:r>
              <a:rPr lang="en-US" sz="1200" b="1">
                <a:solidFill>
                  <a:srgbClr val="F1F5FB"/>
                </a:solidFill>
                <a:latin typeface="Calibri" pitchFamily="34" charset="0"/>
                <a:ea typeface="Calibri" pitchFamily="34" charset="-122"/>
                <a:cs typeface="Calibri" pitchFamily="34" charset="-120"/>
              </a:rPr>
              <a:t>01  Introduction</a:t>
            </a:r>
            <a:endParaRPr lang="en-US" sz="1200"/>
          </a:p>
        </p:txBody>
      </p:sp>
      <p:sp>
        <p:nvSpPr>
          <p:cNvPr id="11" name="Shape 7"/>
          <p:cNvSpPr/>
          <p:nvPr/>
        </p:nvSpPr>
        <p:spPr>
          <a:xfrm>
            <a:off x="164592" y="2112264"/>
            <a:ext cx="2514600" cy="420624"/>
          </a:xfrm>
          <a:prstGeom prst="roundRect">
            <a:avLst>
              <a:gd name="adj" fmla="val 10870"/>
            </a:avLst>
          </a:prstGeom>
          <a:solidFill>
            <a:srgbClr val="0F1526"/>
          </a:solidFill>
          <a:ln w="12700">
            <a:solidFill>
              <a:srgbClr val="1E2D4A"/>
            </a:solidFill>
            <a:prstDash val="solid"/>
          </a:ln>
        </p:spPr>
      </p:sp>
      <p:sp>
        <p:nvSpPr>
          <p:cNvPr id="12" name="Text 8"/>
          <p:cNvSpPr/>
          <p:nvPr/>
        </p:nvSpPr>
        <p:spPr>
          <a:xfrm>
            <a:off x="201168" y="2112264"/>
            <a:ext cx="2468880" cy="420624"/>
          </a:xfrm>
          <a:prstGeom prst="rect">
            <a:avLst/>
          </a:prstGeom>
          <a:noFill/>
          <a:ln/>
        </p:spPr>
        <p:txBody>
          <a:bodyPr wrap="square" lIns="101600" tIns="101600" rIns="101600" bIns="101600" rtlCol="0" anchor="ctr"/>
          <a:lstStyle/>
          <a:p>
            <a:pPr marL="0" indent="0">
              <a:buNone/>
            </a:pPr>
            <a:r>
              <a:rPr lang="en-US" sz="1200">
                <a:solidFill>
                  <a:srgbClr val="8892A4"/>
                </a:solidFill>
                <a:latin typeface="Calibri" pitchFamily="34" charset="0"/>
                <a:ea typeface="Calibri" pitchFamily="34" charset="-122"/>
                <a:cs typeface="Calibri" pitchFamily="34" charset="-120"/>
              </a:rPr>
              <a:t>02  Problem Statement</a:t>
            </a:r>
            <a:endParaRPr lang="en-US" sz="1200"/>
          </a:p>
        </p:txBody>
      </p:sp>
      <p:sp>
        <p:nvSpPr>
          <p:cNvPr id="13" name="Shape 9"/>
          <p:cNvSpPr/>
          <p:nvPr/>
        </p:nvSpPr>
        <p:spPr>
          <a:xfrm>
            <a:off x="164592" y="2624328"/>
            <a:ext cx="2514600" cy="420624"/>
          </a:xfrm>
          <a:prstGeom prst="roundRect">
            <a:avLst>
              <a:gd name="adj" fmla="val 10870"/>
            </a:avLst>
          </a:prstGeom>
          <a:solidFill>
            <a:srgbClr val="0F1526"/>
          </a:solidFill>
          <a:ln w="12700">
            <a:solidFill>
              <a:srgbClr val="1E2D4A"/>
            </a:solidFill>
            <a:prstDash val="solid"/>
          </a:ln>
        </p:spPr>
      </p:sp>
      <p:sp>
        <p:nvSpPr>
          <p:cNvPr id="14" name="Text 10"/>
          <p:cNvSpPr/>
          <p:nvPr/>
        </p:nvSpPr>
        <p:spPr>
          <a:xfrm>
            <a:off x="201168" y="2624328"/>
            <a:ext cx="2468880" cy="420624"/>
          </a:xfrm>
          <a:prstGeom prst="rect">
            <a:avLst/>
          </a:prstGeom>
          <a:noFill/>
          <a:ln/>
        </p:spPr>
        <p:txBody>
          <a:bodyPr wrap="square" lIns="101600" tIns="101600" rIns="101600" bIns="101600" rtlCol="0" anchor="ctr"/>
          <a:lstStyle/>
          <a:p>
            <a:pPr marL="0" indent="0">
              <a:buNone/>
            </a:pPr>
            <a:r>
              <a:rPr lang="en-US" sz="1200">
                <a:solidFill>
                  <a:srgbClr val="8892A4"/>
                </a:solidFill>
                <a:latin typeface="Calibri" pitchFamily="34" charset="0"/>
                <a:ea typeface="Calibri" pitchFamily="34" charset="-122"/>
                <a:cs typeface="Calibri" pitchFamily="34" charset="-120"/>
              </a:rPr>
              <a:t>03  Solution Overview</a:t>
            </a:r>
            <a:endParaRPr lang="en-US" sz="1200"/>
          </a:p>
        </p:txBody>
      </p:sp>
      <p:sp>
        <p:nvSpPr>
          <p:cNvPr id="15" name="Shape 11"/>
          <p:cNvSpPr/>
          <p:nvPr/>
        </p:nvSpPr>
        <p:spPr>
          <a:xfrm>
            <a:off x="164592" y="3136392"/>
            <a:ext cx="2514600" cy="420624"/>
          </a:xfrm>
          <a:prstGeom prst="roundRect">
            <a:avLst>
              <a:gd name="adj" fmla="val 10870"/>
            </a:avLst>
          </a:prstGeom>
          <a:solidFill>
            <a:srgbClr val="0F1526"/>
          </a:solidFill>
          <a:ln w="12700">
            <a:solidFill>
              <a:srgbClr val="1E2D4A"/>
            </a:solidFill>
            <a:prstDash val="solid"/>
          </a:ln>
        </p:spPr>
      </p:sp>
      <p:sp>
        <p:nvSpPr>
          <p:cNvPr id="16" name="Text 12"/>
          <p:cNvSpPr/>
          <p:nvPr/>
        </p:nvSpPr>
        <p:spPr>
          <a:xfrm>
            <a:off x="201168" y="3136392"/>
            <a:ext cx="2468880" cy="420624"/>
          </a:xfrm>
          <a:prstGeom prst="rect">
            <a:avLst/>
          </a:prstGeom>
          <a:noFill/>
          <a:ln/>
        </p:spPr>
        <p:txBody>
          <a:bodyPr wrap="square" lIns="101600" tIns="101600" rIns="101600" bIns="101600" rtlCol="0" anchor="ctr"/>
          <a:lstStyle/>
          <a:p>
            <a:pPr marL="0" indent="0">
              <a:buNone/>
            </a:pPr>
            <a:r>
              <a:rPr lang="en-US" sz="1200">
                <a:solidFill>
                  <a:srgbClr val="8892A4"/>
                </a:solidFill>
                <a:latin typeface="Calibri" pitchFamily="34" charset="0"/>
                <a:ea typeface="Calibri" pitchFamily="34" charset="-122"/>
                <a:cs typeface="Calibri" pitchFamily="34" charset="-120"/>
              </a:rPr>
              <a:t>04  System Design</a:t>
            </a:r>
            <a:endParaRPr lang="en-US" sz="1200"/>
          </a:p>
        </p:txBody>
      </p:sp>
      <p:sp>
        <p:nvSpPr>
          <p:cNvPr id="17" name="Shape 13"/>
          <p:cNvSpPr/>
          <p:nvPr/>
        </p:nvSpPr>
        <p:spPr>
          <a:xfrm>
            <a:off x="164592" y="3648456"/>
            <a:ext cx="2514600" cy="420624"/>
          </a:xfrm>
          <a:prstGeom prst="roundRect">
            <a:avLst>
              <a:gd name="adj" fmla="val 10870"/>
            </a:avLst>
          </a:prstGeom>
          <a:solidFill>
            <a:srgbClr val="0F1526"/>
          </a:solidFill>
          <a:ln w="12700">
            <a:solidFill>
              <a:srgbClr val="1E2D4A"/>
            </a:solidFill>
            <a:prstDash val="solid"/>
          </a:ln>
        </p:spPr>
      </p:sp>
      <p:sp>
        <p:nvSpPr>
          <p:cNvPr id="18" name="Text 14"/>
          <p:cNvSpPr/>
          <p:nvPr/>
        </p:nvSpPr>
        <p:spPr>
          <a:xfrm>
            <a:off x="201168" y="3648456"/>
            <a:ext cx="2468880" cy="420624"/>
          </a:xfrm>
          <a:prstGeom prst="rect">
            <a:avLst/>
          </a:prstGeom>
          <a:noFill/>
          <a:ln/>
        </p:spPr>
        <p:txBody>
          <a:bodyPr wrap="square" lIns="101600" tIns="101600" rIns="101600" bIns="101600" rtlCol="0" anchor="ctr"/>
          <a:lstStyle/>
          <a:p>
            <a:pPr marL="0" indent="0">
              <a:buNone/>
            </a:pPr>
            <a:r>
              <a:rPr lang="en-US" sz="1200">
                <a:solidFill>
                  <a:srgbClr val="8892A4"/>
                </a:solidFill>
                <a:latin typeface="Calibri" pitchFamily="34" charset="0"/>
                <a:ea typeface="Calibri" pitchFamily="34" charset="-122"/>
                <a:cs typeface="Calibri" pitchFamily="34" charset="-120"/>
              </a:rPr>
              <a:t>05  Demo</a:t>
            </a:r>
            <a:endParaRPr lang="en-US" sz="1200"/>
          </a:p>
        </p:txBody>
      </p:sp>
      <p:sp>
        <p:nvSpPr>
          <p:cNvPr id="19" name="Shape 15"/>
          <p:cNvSpPr/>
          <p:nvPr/>
        </p:nvSpPr>
        <p:spPr>
          <a:xfrm>
            <a:off x="164592" y="4160520"/>
            <a:ext cx="2514600" cy="420624"/>
          </a:xfrm>
          <a:prstGeom prst="roundRect">
            <a:avLst>
              <a:gd name="adj" fmla="val 10870"/>
            </a:avLst>
          </a:prstGeom>
          <a:solidFill>
            <a:srgbClr val="0F1526"/>
          </a:solidFill>
          <a:ln w="12700">
            <a:solidFill>
              <a:srgbClr val="1E2D4A"/>
            </a:solidFill>
            <a:prstDash val="solid"/>
          </a:ln>
        </p:spPr>
      </p:sp>
      <p:sp>
        <p:nvSpPr>
          <p:cNvPr id="20" name="Text 16"/>
          <p:cNvSpPr/>
          <p:nvPr/>
        </p:nvSpPr>
        <p:spPr>
          <a:xfrm>
            <a:off x="201168" y="4160520"/>
            <a:ext cx="2468880" cy="420624"/>
          </a:xfrm>
          <a:prstGeom prst="rect">
            <a:avLst/>
          </a:prstGeom>
          <a:noFill/>
          <a:ln/>
        </p:spPr>
        <p:txBody>
          <a:bodyPr wrap="square" lIns="101600" tIns="101600" rIns="101600" bIns="101600" rtlCol="0" anchor="ctr"/>
          <a:lstStyle/>
          <a:p>
            <a:pPr marL="0" indent="0">
              <a:buNone/>
            </a:pPr>
            <a:r>
              <a:rPr lang="en-US" sz="1200">
                <a:solidFill>
                  <a:srgbClr val="8892A4"/>
                </a:solidFill>
                <a:latin typeface="Calibri" pitchFamily="34" charset="0"/>
                <a:ea typeface="Calibri" pitchFamily="34" charset="-122"/>
                <a:cs typeface="Calibri" pitchFamily="34" charset="-120"/>
              </a:rPr>
              <a:t>06  Conclusion</a:t>
            </a:r>
            <a:endParaRPr lang="en-US" sz="1200"/>
          </a:p>
        </p:txBody>
      </p:sp>
      <p:sp>
        <p:nvSpPr>
          <p:cNvPr id="21" name="Text 17"/>
          <p:cNvSpPr/>
          <p:nvPr/>
        </p:nvSpPr>
        <p:spPr>
          <a:xfrm>
            <a:off x="3200400" y="457200"/>
            <a:ext cx="5486400" cy="502920"/>
          </a:xfrm>
          <a:prstGeom prst="rect">
            <a:avLst/>
          </a:prstGeom>
          <a:noFill/>
          <a:ln/>
        </p:spPr>
        <p:txBody>
          <a:bodyPr wrap="square" rtlCol="0" anchor="ctr"/>
          <a:lstStyle/>
          <a:p>
            <a:pPr marL="0" indent="0">
              <a:buNone/>
            </a:pPr>
            <a:r>
              <a:rPr lang="en-US" sz="2200" b="1">
                <a:solidFill>
                  <a:srgbClr val="F1F5FB"/>
                </a:solidFill>
                <a:latin typeface="Calibri" pitchFamily="34" charset="0"/>
                <a:ea typeface="Calibri" pitchFamily="34" charset="-122"/>
                <a:cs typeface="Calibri" pitchFamily="34" charset="-120"/>
              </a:rPr>
              <a:t>Overview</a:t>
            </a:r>
            <a:endParaRPr lang="en-US" sz="2200"/>
          </a:p>
        </p:txBody>
      </p:sp>
      <p:sp>
        <p:nvSpPr>
          <p:cNvPr id="22" name="Shape 18"/>
          <p:cNvSpPr/>
          <p:nvPr/>
        </p:nvSpPr>
        <p:spPr>
          <a:xfrm>
            <a:off x="3200400" y="960120"/>
            <a:ext cx="5486400" cy="0"/>
          </a:xfrm>
          <a:prstGeom prst="line">
            <a:avLst/>
          </a:prstGeom>
          <a:noFill/>
          <a:ln w="6350">
            <a:solidFill>
              <a:srgbClr val="1E2D4A"/>
            </a:solidFill>
            <a:prstDash val="solid"/>
          </a:ln>
        </p:spPr>
      </p:sp>
      <p:sp>
        <p:nvSpPr>
          <p:cNvPr id="37" name="TextBox 36">
            <a:extLst>
              <a:ext uri="{FF2B5EF4-FFF2-40B4-BE49-F238E27FC236}">
                <a16:creationId xmlns:a16="http://schemas.microsoft.com/office/drawing/2014/main" id="{F2A7E08D-3614-607D-BC17-5AF96221CC0C}"/>
              </a:ext>
            </a:extLst>
          </p:cNvPr>
          <p:cNvSpPr txBox="1"/>
          <p:nvPr/>
        </p:nvSpPr>
        <p:spPr>
          <a:xfrm>
            <a:off x="3053443" y="1804305"/>
            <a:ext cx="5475515"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1"/>
                </a:solidFill>
              </a:rPr>
              <a:t>Our project, </a:t>
            </a:r>
            <a:r>
              <a:rPr lang="en-US" sz="1200" b="1">
                <a:solidFill>
                  <a:schemeClr val="bg1"/>
                </a:solidFill>
              </a:rPr>
              <a:t>Digital Marketing Data Warehouse</a:t>
            </a:r>
            <a:r>
              <a:rPr lang="en-US" sz="1200">
                <a:solidFill>
                  <a:schemeClr val="bg1"/>
                </a:solidFill>
              </a:rPr>
              <a:t>, aims to solve the challenge of scattered marketing data across multiple platforms such as social media, search engines, and advertising channels. This fragmentation makes it difficult for marketing teams to analyze data and make effective decisions.</a:t>
            </a:r>
            <a:endParaRPr lang="en-US" sz="1200">
              <a:solidFill>
                <a:schemeClr val="bg1"/>
              </a:solidFill>
              <a:ea typeface="Calibri"/>
              <a:cs typeface="Calibri"/>
            </a:endParaRPr>
          </a:p>
          <a:p>
            <a:r>
              <a:rPr lang="en-US" sz="1200">
                <a:solidFill>
                  <a:schemeClr val="bg1"/>
                </a:solidFill>
              </a:rPr>
              <a:t>To address this, we built an end-to-end data pipeline that extracts marketing data from multiple sources, processes it through ETL (Extract, Transform, Load), and stores it in a centralized data warehouse. During this process, the data is cleaned, transformed, and organized using a </a:t>
            </a:r>
            <a:r>
              <a:rPr lang="en-US" sz="1200" b="1">
                <a:solidFill>
                  <a:schemeClr val="bg1"/>
                </a:solidFill>
              </a:rPr>
              <a:t>Star Schema</a:t>
            </a:r>
            <a:r>
              <a:rPr lang="en-US" sz="1200">
                <a:solidFill>
                  <a:schemeClr val="bg1"/>
                </a:solidFill>
              </a:rPr>
              <a:t> model to improve analysis and query performance.</a:t>
            </a:r>
            <a:endParaRPr lang="en-US" sz="1200">
              <a:solidFill>
                <a:schemeClr val="bg1"/>
              </a:solidFill>
              <a:ea typeface="Calibri"/>
              <a:cs typeface="Calibri"/>
            </a:endParaRPr>
          </a:p>
          <a:p>
            <a:r>
              <a:rPr lang="en-US" sz="1200">
                <a:solidFill>
                  <a:schemeClr val="bg1"/>
                </a:solidFill>
              </a:rPr>
              <a:t>The final data is stored on Microsoft Azure, enabling integration with analytics tools like Power BI for dashboard creation and reporting. This allows marketing teams to track performance, analyze key metrics, and make faster, data-driven decisions.</a:t>
            </a:r>
            <a:endParaRPr lang="en-US" sz="1400">
              <a:solidFill>
                <a:schemeClr val="bg1"/>
              </a:solidFill>
              <a:ea typeface="Calibri"/>
              <a:cs typeface="Calibri"/>
            </a:endParaRPr>
          </a:p>
          <a:p>
            <a:pPr algn="ctr"/>
            <a:endParaRPr lang="en-US">
              <a:solidFill>
                <a:schemeClr val="bg1"/>
              </a:solidFill>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4" name="Shape 0"/>
          <p:cNvSpPr/>
          <p:nvPr/>
        </p:nvSpPr>
        <p:spPr>
          <a:xfrm>
            <a:off x="567558" y="0"/>
            <a:ext cx="8576441" cy="1005840"/>
          </a:xfrm>
          <a:prstGeom prst="rect">
            <a:avLst/>
          </a:prstGeom>
          <a:solidFill>
            <a:srgbClr val="141B2D"/>
          </a:solidFill>
          <a:ln w="12700">
            <a:solidFill>
              <a:srgbClr val="1E2D4A"/>
            </a:solidFill>
            <a:prstDash val="solid"/>
          </a:ln>
        </p:spPr>
      </p:sp>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5" name="Shape 1"/>
          <p:cNvSpPr/>
          <p:nvPr/>
        </p:nvSpPr>
        <p:spPr>
          <a:xfrm>
            <a:off x="0" y="0"/>
            <a:ext cx="9144000" cy="54864"/>
          </a:xfrm>
          <a:prstGeom prst="rect">
            <a:avLst/>
          </a:prstGeom>
          <a:solidFill>
            <a:srgbClr val="6C63FF"/>
          </a:solidFill>
          <a:ln w="12700">
            <a:solidFill>
              <a:srgbClr val="6C63FF"/>
            </a:solidFill>
            <a:prstDash val="solid"/>
          </a:ln>
        </p:spPr>
      </p:sp>
      <p:sp>
        <p:nvSpPr>
          <p:cNvPr id="6" name="Text 2"/>
          <p:cNvSpPr/>
          <p:nvPr/>
        </p:nvSpPr>
        <p:spPr>
          <a:xfrm>
            <a:off x="932688" y="137160"/>
            <a:ext cx="4919472" cy="548640"/>
          </a:xfrm>
          <a:prstGeom prst="rect">
            <a:avLst/>
          </a:prstGeom>
          <a:noFill/>
          <a:ln/>
        </p:spPr>
        <p:txBody>
          <a:bodyPr wrap="square" rtlCol="0" anchor="ctr"/>
          <a:lstStyle/>
          <a:p>
            <a:pPr marL="0" indent="0">
              <a:buNone/>
            </a:pPr>
            <a:r>
              <a:rPr lang="en-US" sz="2600" b="1">
                <a:solidFill>
                  <a:srgbClr val="F1F5FB"/>
                </a:solidFill>
                <a:latin typeface="Calibri" pitchFamily="34" charset="0"/>
                <a:ea typeface="Calibri" pitchFamily="34" charset="-122"/>
                <a:cs typeface="Calibri" pitchFamily="34" charset="-120"/>
              </a:rPr>
              <a:t>Project Overview</a:t>
            </a:r>
            <a:endParaRPr lang="en-US" sz="2600"/>
          </a:p>
        </p:txBody>
      </p:sp>
      <p:sp>
        <p:nvSpPr>
          <p:cNvPr id="7" name="Text 3"/>
          <p:cNvSpPr/>
          <p:nvPr/>
        </p:nvSpPr>
        <p:spPr>
          <a:xfrm>
            <a:off x="932688" y="621792"/>
            <a:ext cx="4919472" cy="320040"/>
          </a:xfrm>
          <a:prstGeom prst="rect">
            <a:avLst/>
          </a:prstGeom>
          <a:noFill/>
          <a:ln/>
        </p:spPr>
        <p:txBody>
          <a:bodyPr wrap="square" rtlCol="0" anchor="ctr"/>
          <a:lstStyle/>
          <a:p>
            <a:pPr marL="0" indent="0">
              <a:buNone/>
            </a:pPr>
            <a:r>
              <a:rPr lang="en-US" sz="1100">
                <a:solidFill>
                  <a:srgbClr val="8892A4"/>
                </a:solidFill>
                <a:latin typeface="Calibri" pitchFamily="34" charset="0"/>
                <a:ea typeface="Calibri" pitchFamily="34" charset="-122"/>
                <a:cs typeface="Calibri" pitchFamily="34" charset="-120"/>
              </a:rPr>
              <a:t>Team · Tech Stack · Supervisor</a:t>
            </a:r>
            <a:endParaRPr lang="en-US" sz="1100"/>
          </a:p>
        </p:txBody>
      </p:sp>
      <p:sp>
        <p:nvSpPr>
          <p:cNvPr id="8" name="Text 4"/>
          <p:cNvSpPr/>
          <p:nvPr/>
        </p:nvSpPr>
        <p:spPr>
          <a:xfrm>
            <a:off x="365760" y="1143000"/>
            <a:ext cx="3657600" cy="365760"/>
          </a:xfrm>
          <a:prstGeom prst="rect">
            <a:avLst/>
          </a:prstGeom>
          <a:noFill/>
          <a:ln/>
        </p:spPr>
        <p:txBody>
          <a:bodyPr wrap="square" rtlCol="0" anchor="ctr"/>
          <a:lstStyle/>
          <a:p>
            <a:pPr marL="0" indent="0">
              <a:buNone/>
            </a:pPr>
            <a:r>
              <a:rPr lang="en-US" sz="1400" b="1">
                <a:solidFill>
                  <a:srgbClr val="4FC3F7"/>
                </a:solidFill>
                <a:latin typeface="Calibri" pitchFamily="34" charset="0"/>
                <a:ea typeface="Calibri" pitchFamily="34" charset="-122"/>
                <a:cs typeface="Calibri" pitchFamily="34" charset="-120"/>
              </a:rPr>
              <a:t>The Team</a:t>
            </a:r>
            <a:endParaRPr lang="en-US" sz="1400"/>
          </a:p>
        </p:txBody>
      </p:sp>
      <p:sp>
        <p:nvSpPr>
          <p:cNvPr id="9" name="Shape 5"/>
          <p:cNvSpPr/>
          <p:nvPr/>
        </p:nvSpPr>
        <p:spPr>
          <a:xfrm>
            <a:off x="274320" y="1554480"/>
            <a:ext cx="2743200" cy="914400"/>
          </a:xfrm>
          <a:prstGeom prst="roundRect">
            <a:avLst>
              <a:gd name="adj" fmla="val 8000"/>
            </a:avLst>
          </a:prstGeom>
          <a:solidFill>
            <a:srgbClr val="1A2340"/>
          </a:solidFill>
          <a:ln w="12700">
            <a:solidFill>
              <a:srgbClr val="6C63FF"/>
            </a:solidFill>
            <a:prstDash val="solid"/>
          </a:ln>
        </p:spPr>
      </p:sp>
      <p:sp>
        <p:nvSpPr>
          <p:cNvPr id="10" name="Shape 6"/>
          <p:cNvSpPr/>
          <p:nvPr/>
        </p:nvSpPr>
        <p:spPr>
          <a:xfrm>
            <a:off x="384048" y="1783080"/>
            <a:ext cx="457200" cy="457200"/>
          </a:xfrm>
          <a:prstGeom prst="ellipse">
            <a:avLst/>
          </a:prstGeom>
          <a:solidFill>
            <a:srgbClr val="6C63FF">
              <a:alpha val="80000"/>
            </a:srgbClr>
          </a:solidFill>
          <a:ln w="12700">
            <a:solidFill>
              <a:srgbClr val="6C63FF"/>
            </a:solidFill>
            <a:prstDash val="solid"/>
          </a:ln>
        </p:spPr>
      </p:sp>
      <p:sp>
        <p:nvSpPr>
          <p:cNvPr id="11" name="Text 7"/>
          <p:cNvSpPr/>
          <p:nvPr/>
        </p:nvSpPr>
        <p:spPr>
          <a:xfrm>
            <a:off x="384048" y="1783080"/>
            <a:ext cx="457200" cy="457200"/>
          </a:xfrm>
          <a:prstGeom prst="rect">
            <a:avLst/>
          </a:prstGeom>
          <a:noFill/>
          <a:ln/>
        </p:spPr>
        <p:txBody>
          <a:bodyPr wrap="square" lIns="91440" tIns="45720" rIns="91440" bIns="45720" rtlCol="0" anchor="ctr"/>
          <a:lstStyle/>
          <a:p>
            <a:pPr marL="0" indent="0" algn="ctr">
              <a:buNone/>
            </a:pPr>
            <a:r>
              <a:rPr lang="en-US" sz="1400" b="1">
                <a:solidFill>
                  <a:srgbClr val="F1F5FB"/>
                </a:solidFill>
                <a:ea typeface="Calibri"/>
                <a:cs typeface="Calibri"/>
              </a:rPr>
              <a:t>س</a:t>
            </a:r>
          </a:p>
        </p:txBody>
      </p:sp>
      <p:sp>
        <p:nvSpPr>
          <p:cNvPr id="12" name="Text 8"/>
          <p:cNvSpPr/>
          <p:nvPr/>
        </p:nvSpPr>
        <p:spPr>
          <a:xfrm>
            <a:off x="932688" y="1664208"/>
            <a:ext cx="2011680" cy="347472"/>
          </a:xfrm>
          <a:prstGeom prst="rect">
            <a:avLst/>
          </a:prstGeom>
          <a:noFill/>
          <a:ln/>
        </p:spPr>
        <p:txBody>
          <a:bodyPr wrap="square" lIns="91440" tIns="45720" rIns="91440" bIns="45720" rtlCol="0" anchor="ctr"/>
          <a:lstStyle/>
          <a:p>
            <a:r>
              <a:rPr lang="en-US" sz="1300" b="1" err="1">
                <a:solidFill>
                  <a:srgbClr val="F1F5FB"/>
                </a:solidFill>
                <a:ea typeface="Calibri"/>
                <a:cs typeface="Calibri"/>
              </a:rPr>
              <a:t>سيف</a:t>
            </a:r>
            <a:r>
              <a:rPr lang="en-US" sz="1300" b="1">
                <a:solidFill>
                  <a:srgbClr val="F1F5FB"/>
                </a:solidFill>
                <a:ea typeface="Calibri"/>
                <a:cs typeface="Calibri"/>
              </a:rPr>
              <a:t> </a:t>
            </a:r>
            <a:r>
              <a:rPr lang="en-US" sz="1300" b="1" err="1">
                <a:solidFill>
                  <a:srgbClr val="F1F5FB"/>
                </a:solidFill>
                <a:ea typeface="Calibri"/>
                <a:cs typeface="Calibri"/>
              </a:rPr>
              <a:t>ياسر</a:t>
            </a:r>
          </a:p>
        </p:txBody>
      </p:sp>
      <p:sp>
        <p:nvSpPr>
          <p:cNvPr id="13" name="Text 9"/>
          <p:cNvSpPr/>
          <p:nvPr/>
        </p:nvSpPr>
        <p:spPr>
          <a:xfrm>
            <a:off x="932688" y="2011680"/>
            <a:ext cx="2011680" cy="292608"/>
          </a:xfrm>
          <a:prstGeom prst="rect">
            <a:avLst/>
          </a:prstGeom>
          <a:noFill/>
          <a:ln/>
        </p:spPr>
        <p:txBody>
          <a:bodyPr wrap="square" lIns="91440" tIns="45720" rIns="91440" bIns="45720" rtlCol="0" anchor="ctr"/>
          <a:lstStyle/>
          <a:p>
            <a:r>
              <a:rPr lang="en-US" sz="1000">
                <a:solidFill>
                  <a:srgbClr val="6C63FF"/>
                </a:solidFill>
                <a:latin typeface="Calibri"/>
                <a:ea typeface="Calibri"/>
                <a:cs typeface="Calibri"/>
              </a:rPr>
              <a:t>Data Engineer</a:t>
            </a:r>
            <a:endParaRPr lang="en-US" sz="1000"/>
          </a:p>
        </p:txBody>
      </p:sp>
      <p:sp>
        <p:nvSpPr>
          <p:cNvPr id="14" name="Shape 10"/>
          <p:cNvSpPr/>
          <p:nvPr/>
        </p:nvSpPr>
        <p:spPr>
          <a:xfrm>
            <a:off x="3200400" y="1554480"/>
            <a:ext cx="2743200" cy="914400"/>
          </a:xfrm>
          <a:prstGeom prst="roundRect">
            <a:avLst>
              <a:gd name="adj" fmla="val 8000"/>
            </a:avLst>
          </a:prstGeom>
          <a:solidFill>
            <a:srgbClr val="1A2340"/>
          </a:solidFill>
          <a:ln w="12700">
            <a:solidFill>
              <a:srgbClr val="4FC3F7"/>
            </a:solidFill>
            <a:prstDash val="solid"/>
          </a:ln>
        </p:spPr>
      </p:sp>
      <p:sp>
        <p:nvSpPr>
          <p:cNvPr id="15" name="Shape 11"/>
          <p:cNvSpPr/>
          <p:nvPr/>
        </p:nvSpPr>
        <p:spPr>
          <a:xfrm>
            <a:off x="3331899" y="1783080"/>
            <a:ext cx="457200" cy="457200"/>
          </a:xfrm>
          <a:prstGeom prst="ellipse">
            <a:avLst/>
          </a:prstGeom>
          <a:solidFill>
            <a:srgbClr val="4FC3F7">
              <a:alpha val="80000"/>
            </a:srgbClr>
          </a:solidFill>
          <a:ln w="12700">
            <a:solidFill>
              <a:srgbClr val="4FC3F7"/>
            </a:solidFill>
            <a:prstDash val="solid"/>
          </a:ln>
        </p:spPr>
      </p:sp>
      <p:sp>
        <p:nvSpPr>
          <p:cNvPr id="16" name="Text 12"/>
          <p:cNvSpPr/>
          <p:nvPr/>
        </p:nvSpPr>
        <p:spPr>
          <a:xfrm>
            <a:off x="3310128" y="1783080"/>
            <a:ext cx="457200" cy="457200"/>
          </a:xfrm>
          <a:prstGeom prst="rect">
            <a:avLst/>
          </a:prstGeom>
          <a:noFill/>
          <a:ln/>
        </p:spPr>
        <p:txBody>
          <a:bodyPr wrap="square" lIns="91440" tIns="45720" rIns="91440" bIns="45720" rtlCol="0" anchor="ctr"/>
          <a:lstStyle/>
          <a:p>
            <a:pPr marL="0" indent="0" algn="ctr">
              <a:buNone/>
            </a:pPr>
            <a:r>
              <a:rPr lang="en-US" sz="1400" b="1">
                <a:solidFill>
                  <a:srgbClr val="F1F5FB"/>
                </a:solidFill>
                <a:ea typeface="Calibri"/>
                <a:cs typeface="Calibri"/>
              </a:rPr>
              <a:t>م</a:t>
            </a:r>
          </a:p>
        </p:txBody>
      </p:sp>
      <p:sp>
        <p:nvSpPr>
          <p:cNvPr id="17" name="Text 13"/>
          <p:cNvSpPr/>
          <p:nvPr/>
        </p:nvSpPr>
        <p:spPr>
          <a:xfrm>
            <a:off x="3858768" y="1664208"/>
            <a:ext cx="2011680" cy="347472"/>
          </a:xfrm>
          <a:prstGeom prst="rect">
            <a:avLst/>
          </a:prstGeom>
          <a:noFill/>
          <a:ln/>
        </p:spPr>
        <p:txBody>
          <a:bodyPr wrap="square" lIns="91440" tIns="45720" rIns="91440" bIns="45720" rtlCol="0" anchor="ctr"/>
          <a:lstStyle/>
          <a:p>
            <a:r>
              <a:rPr lang="en-US" sz="1300" err="1">
                <a:solidFill>
                  <a:srgbClr val="F1F5FB"/>
                </a:solidFill>
                <a:latin typeface="Calibri"/>
                <a:ea typeface="Calibri"/>
                <a:cs typeface="Calibri"/>
              </a:rPr>
              <a:t>منة</a:t>
            </a:r>
            <a:r>
              <a:rPr lang="en-US" sz="1300">
                <a:solidFill>
                  <a:srgbClr val="F1F5FB"/>
                </a:solidFill>
                <a:ea typeface="+mn-lt"/>
                <a:cs typeface="+mn-lt"/>
              </a:rPr>
              <a:t> </a:t>
            </a:r>
            <a:r>
              <a:rPr lang="en-US" sz="1300" err="1">
                <a:solidFill>
                  <a:srgbClr val="F1F5FB"/>
                </a:solidFill>
                <a:ea typeface="+mn-lt"/>
                <a:cs typeface="+mn-lt"/>
              </a:rPr>
              <a:t>الله</a:t>
            </a:r>
            <a:r>
              <a:rPr lang="en-US" sz="1300">
                <a:solidFill>
                  <a:srgbClr val="F1F5FB"/>
                </a:solidFill>
                <a:ea typeface="+mn-lt"/>
                <a:cs typeface="+mn-lt"/>
              </a:rPr>
              <a:t> </a:t>
            </a:r>
            <a:r>
              <a:rPr lang="en-US" sz="1300" err="1">
                <a:solidFill>
                  <a:srgbClr val="F1F5FB"/>
                </a:solidFill>
                <a:ea typeface="+mn-lt"/>
                <a:cs typeface="+mn-lt"/>
              </a:rPr>
              <a:t>أبوالنصر</a:t>
            </a:r>
            <a:endParaRPr lang="en-US" sz="1300" err="1">
              <a:ea typeface="Calibri" panose="020F0502020204030204"/>
              <a:cs typeface="Calibri" panose="020F0502020204030204"/>
            </a:endParaRPr>
          </a:p>
        </p:txBody>
      </p:sp>
      <p:sp>
        <p:nvSpPr>
          <p:cNvPr id="18" name="Text 14"/>
          <p:cNvSpPr/>
          <p:nvPr/>
        </p:nvSpPr>
        <p:spPr>
          <a:xfrm>
            <a:off x="3858768" y="2011680"/>
            <a:ext cx="2011680" cy="292608"/>
          </a:xfrm>
          <a:prstGeom prst="rect">
            <a:avLst/>
          </a:prstGeom>
          <a:noFill/>
          <a:ln/>
        </p:spPr>
        <p:txBody>
          <a:bodyPr wrap="square" lIns="91440" tIns="45720" rIns="91440" bIns="45720" rtlCol="0" anchor="ctr"/>
          <a:lstStyle/>
          <a:p>
            <a:r>
              <a:rPr lang="en-US" sz="1000">
                <a:solidFill>
                  <a:srgbClr val="6C63FF"/>
                </a:solidFill>
                <a:latin typeface="Calibri"/>
                <a:ea typeface="Calibri"/>
                <a:cs typeface="Calibri"/>
              </a:rPr>
              <a:t>Data Engineer</a:t>
            </a:r>
            <a:endParaRPr lang="en-US">
              <a:solidFill>
                <a:srgbClr val="6C63FF"/>
              </a:solidFill>
              <a:latin typeface="Calibri"/>
              <a:ea typeface="Calibri"/>
              <a:cs typeface="Calibri"/>
            </a:endParaRPr>
          </a:p>
        </p:txBody>
      </p:sp>
      <p:sp>
        <p:nvSpPr>
          <p:cNvPr id="19" name="Shape 15"/>
          <p:cNvSpPr/>
          <p:nvPr/>
        </p:nvSpPr>
        <p:spPr>
          <a:xfrm>
            <a:off x="274320" y="2651760"/>
            <a:ext cx="2743200" cy="914400"/>
          </a:xfrm>
          <a:prstGeom prst="roundRect">
            <a:avLst>
              <a:gd name="adj" fmla="val 8000"/>
            </a:avLst>
          </a:prstGeom>
          <a:solidFill>
            <a:srgbClr val="1A2340"/>
          </a:solidFill>
          <a:ln w="12700">
            <a:solidFill>
              <a:srgbClr val="00E676"/>
            </a:solidFill>
            <a:prstDash val="solid"/>
          </a:ln>
        </p:spPr>
      </p:sp>
      <p:sp>
        <p:nvSpPr>
          <p:cNvPr id="20" name="Shape 16"/>
          <p:cNvSpPr/>
          <p:nvPr/>
        </p:nvSpPr>
        <p:spPr>
          <a:xfrm>
            <a:off x="384048" y="2880360"/>
            <a:ext cx="457200" cy="457200"/>
          </a:xfrm>
          <a:prstGeom prst="ellipse">
            <a:avLst/>
          </a:prstGeom>
          <a:solidFill>
            <a:srgbClr val="00E676">
              <a:alpha val="80000"/>
            </a:srgbClr>
          </a:solidFill>
          <a:ln w="12700">
            <a:solidFill>
              <a:srgbClr val="00E676"/>
            </a:solidFill>
            <a:prstDash val="solid"/>
          </a:ln>
        </p:spPr>
      </p:sp>
      <p:sp>
        <p:nvSpPr>
          <p:cNvPr id="21" name="Text 17"/>
          <p:cNvSpPr/>
          <p:nvPr/>
        </p:nvSpPr>
        <p:spPr>
          <a:xfrm>
            <a:off x="384048" y="2880360"/>
            <a:ext cx="457200" cy="457200"/>
          </a:xfrm>
          <a:prstGeom prst="rect">
            <a:avLst/>
          </a:prstGeom>
          <a:noFill/>
          <a:ln/>
        </p:spPr>
        <p:txBody>
          <a:bodyPr wrap="square" lIns="91440" tIns="45720" rIns="91440" bIns="45720" rtlCol="0" anchor="ctr"/>
          <a:lstStyle/>
          <a:p>
            <a:pPr marL="0" indent="0" algn="ctr">
              <a:buNone/>
            </a:pPr>
            <a:r>
              <a:rPr lang="en-US" sz="1400" b="1">
                <a:solidFill>
                  <a:srgbClr val="F1F5FB"/>
                </a:solidFill>
                <a:latin typeface="Calibri"/>
                <a:ea typeface="Calibri"/>
                <a:cs typeface="Calibri"/>
              </a:rPr>
              <a:t>ه</a:t>
            </a:r>
            <a:endParaRPr lang="en-US" sz="1400" b="1">
              <a:solidFill>
                <a:srgbClr val="F1F5FB"/>
              </a:solidFill>
              <a:ea typeface="Calibri"/>
              <a:cs typeface="Calibri"/>
            </a:endParaRPr>
          </a:p>
        </p:txBody>
      </p:sp>
      <p:sp>
        <p:nvSpPr>
          <p:cNvPr id="22" name="Text 18"/>
          <p:cNvSpPr/>
          <p:nvPr/>
        </p:nvSpPr>
        <p:spPr>
          <a:xfrm>
            <a:off x="932688" y="2761488"/>
            <a:ext cx="2011680" cy="347472"/>
          </a:xfrm>
          <a:prstGeom prst="rect">
            <a:avLst/>
          </a:prstGeom>
          <a:noFill/>
          <a:ln/>
        </p:spPr>
        <p:txBody>
          <a:bodyPr wrap="square" lIns="91440" tIns="45720" rIns="91440" bIns="45720" rtlCol="0" anchor="ctr"/>
          <a:lstStyle/>
          <a:p>
            <a:r>
              <a:rPr lang="en-US" sz="1300" err="1">
                <a:solidFill>
                  <a:srgbClr val="F1F5FB"/>
                </a:solidFill>
                <a:ea typeface="+mn-lt"/>
                <a:cs typeface="+mn-lt"/>
              </a:rPr>
              <a:t>هشام</a:t>
            </a:r>
            <a:r>
              <a:rPr lang="en-US" sz="1300">
                <a:solidFill>
                  <a:srgbClr val="F1F5FB"/>
                </a:solidFill>
                <a:ea typeface="+mn-lt"/>
                <a:cs typeface="+mn-lt"/>
              </a:rPr>
              <a:t> </a:t>
            </a:r>
            <a:r>
              <a:rPr lang="en-US" sz="1300" err="1">
                <a:solidFill>
                  <a:srgbClr val="F1F5FB"/>
                </a:solidFill>
                <a:ea typeface="+mn-lt"/>
                <a:cs typeface="+mn-lt"/>
              </a:rPr>
              <a:t>عادل</a:t>
            </a:r>
            <a:endParaRPr lang="en-US" sz="1300" err="1">
              <a:solidFill>
                <a:srgbClr val="F1F5FB"/>
              </a:solidFill>
              <a:ea typeface="Calibri"/>
              <a:cs typeface="Calibri"/>
            </a:endParaRPr>
          </a:p>
        </p:txBody>
      </p:sp>
      <p:sp>
        <p:nvSpPr>
          <p:cNvPr id="23" name="Text 19"/>
          <p:cNvSpPr/>
          <p:nvPr/>
        </p:nvSpPr>
        <p:spPr>
          <a:xfrm>
            <a:off x="932688" y="3108960"/>
            <a:ext cx="2011680" cy="292608"/>
          </a:xfrm>
          <a:prstGeom prst="rect">
            <a:avLst/>
          </a:prstGeom>
          <a:noFill/>
          <a:ln/>
        </p:spPr>
        <p:txBody>
          <a:bodyPr wrap="square" lIns="91440" tIns="45720" rIns="91440" bIns="45720" rtlCol="0" anchor="ctr"/>
          <a:lstStyle/>
          <a:p>
            <a:pPr marL="0" indent="0">
              <a:buNone/>
            </a:pPr>
            <a:r>
              <a:rPr lang="en-US" sz="1000">
                <a:solidFill>
                  <a:srgbClr val="6C63FF"/>
                </a:solidFill>
                <a:latin typeface="Calibri"/>
                <a:ea typeface="Calibri"/>
                <a:cs typeface="Calibri"/>
              </a:rPr>
              <a:t>Data Engineer</a:t>
            </a:r>
            <a:endParaRPr lang="en-US">
              <a:solidFill>
                <a:srgbClr val="6C63FF"/>
              </a:solidFill>
              <a:latin typeface="Calibri"/>
              <a:ea typeface="Calibri"/>
              <a:cs typeface="Calibri"/>
            </a:endParaRPr>
          </a:p>
        </p:txBody>
      </p:sp>
      <p:sp>
        <p:nvSpPr>
          <p:cNvPr id="24" name="Shape 20"/>
          <p:cNvSpPr/>
          <p:nvPr/>
        </p:nvSpPr>
        <p:spPr>
          <a:xfrm>
            <a:off x="3200400" y="2651760"/>
            <a:ext cx="2743200" cy="914400"/>
          </a:xfrm>
          <a:prstGeom prst="roundRect">
            <a:avLst>
              <a:gd name="adj" fmla="val 8000"/>
            </a:avLst>
          </a:prstGeom>
          <a:solidFill>
            <a:srgbClr val="1A2340"/>
          </a:solidFill>
          <a:ln w="12700">
            <a:solidFill>
              <a:srgbClr val="FFB300"/>
            </a:solidFill>
            <a:prstDash val="solid"/>
          </a:ln>
        </p:spPr>
      </p:sp>
      <p:sp>
        <p:nvSpPr>
          <p:cNvPr id="25" name="Shape 21"/>
          <p:cNvSpPr/>
          <p:nvPr/>
        </p:nvSpPr>
        <p:spPr>
          <a:xfrm>
            <a:off x="3310128" y="2880360"/>
            <a:ext cx="457200" cy="457200"/>
          </a:xfrm>
          <a:prstGeom prst="ellipse">
            <a:avLst/>
          </a:prstGeom>
          <a:solidFill>
            <a:srgbClr val="FFB300">
              <a:alpha val="80000"/>
            </a:srgbClr>
          </a:solidFill>
          <a:ln w="12700">
            <a:solidFill>
              <a:srgbClr val="FFB300"/>
            </a:solidFill>
            <a:prstDash val="solid"/>
          </a:ln>
        </p:spPr>
      </p:sp>
      <p:sp>
        <p:nvSpPr>
          <p:cNvPr id="26" name="Text 22"/>
          <p:cNvSpPr/>
          <p:nvPr/>
        </p:nvSpPr>
        <p:spPr>
          <a:xfrm>
            <a:off x="3310128" y="2880360"/>
            <a:ext cx="457200" cy="457200"/>
          </a:xfrm>
          <a:prstGeom prst="rect">
            <a:avLst/>
          </a:prstGeom>
          <a:noFill/>
          <a:ln/>
        </p:spPr>
        <p:txBody>
          <a:bodyPr wrap="square" lIns="91440" tIns="45720" rIns="91440" bIns="45720" rtlCol="0" anchor="ctr"/>
          <a:lstStyle/>
          <a:p>
            <a:pPr marL="0" indent="0" algn="ctr">
              <a:buNone/>
            </a:pPr>
            <a:r>
              <a:rPr lang="en-US" sz="1400" b="1">
                <a:solidFill>
                  <a:srgbClr val="F1F5FB"/>
                </a:solidFill>
                <a:ea typeface="Calibri"/>
                <a:cs typeface="Calibri"/>
              </a:rPr>
              <a:t>أ</a:t>
            </a:r>
          </a:p>
        </p:txBody>
      </p:sp>
      <p:sp>
        <p:nvSpPr>
          <p:cNvPr id="27" name="Text 23"/>
          <p:cNvSpPr/>
          <p:nvPr/>
        </p:nvSpPr>
        <p:spPr>
          <a:xfrm>
            <a:off x="3858768" y="2761488"/>
            <a:ext cx="2011680" cy="347472"/>
          </a:xfrm>
          <a:prstGeom prst="rect">
            <a:avLst/>
          </a:prstGeom>
          <a:noFill/>
          <a:ln/>
        </p:spPr>
        <p:txBody>
          <a:bodyPr wrap="square" lIns="91440" tIns="45720" rIns="91440" bIns="45720" rtlCol="0" anchor="ctr"/>
          <a:lstStyle/>
          <a:p>
            <a:r>
              <a:rPr lang="en-US" sz="1300" err="1">
                <a:solidFill>
                  <a:srgbClr val="F1F5FB"/>
                </a:solidFill>
                <a:ea typeface="+mn-lt"/>
                <a:cs typeface="+mn-lt"/>
              </a:rPr>
              <a:t>أحمد</a:t>
            </a:r>
            <a:r>
              <a:rPr lang="en-US" sz="1300">
                <a:solidFill>
                  <a:srgbClr val="F1F5FB"/>
                </a:solidFill>
                <a:ea typeface="+mn-lt"/>
                <a:cs typeface="+mn-lt"/>
              </a:rPr>
              <a:t> </a:t>
            </a:r>
            <a:r>
              <a:rPr lang="en-US" sz="1300" err="1">
                <a:solidFill>
                  <a:srgbClr val="F1F5FB"/>
                </a:solidFill>
                <a:ea typeface="+mn-lt"/>
                <a:cs typeface="+mn-lt"/>
              </a:rPr>
              <a:t>سمير</a:t>
            </a:r>
            <a:endParaRPr lang="en-US" err="1"/>
          </a:p>
        </p:txBody>
      </p:sp>
      <p:sp>
        <p:nvSpPr>
          <p:cNvPr id="28" name="Text 24"/>
          <p:cNvSpPr/>
          <p:nvPr/>
        </p:nvSpPr>
        <p:spPr>
          <a:xfrm>
            <a:off x="3858768" y="3108960"/>
            <a:ext cx="2011680" cy="292608"/>
          </a:xfrm>
          <a:prstGeom prst="rect">
            <a:avLst/>
          </a:prstGeom>
          <a:noFill/>
          <a:ln/>
        </p:spPr>
        <p:txBody>
          <a:bodyPr wrap="square" lIns="91440" tIns="45720" rIns="91440" bIns="45720" rtlCol="0" anchor="ctr"/>
          <a:lstStyle/>
          <a:p>
            <a:pPr marL="0" indent="0">
              <a:buNone/>
            </a:pPr>
            <a:r>
              <a:rPr lang="en-US" sz="1000">
                <a:solidFill>
                  <a:srgbClr val="6C63FF"/>
                </a:solidFill>
                <a:latin typeface="Calibri"/>
                <a:ea typeface="Calibri"/>
                <a:cs typeface="Calibri"/>
              </a:rPr>
              <a:t>Data Engineer</a:t>
            </a:r>
            <a:endParaRPr lang="en-US">
              <a:solidFill>
                <a:srgbClr val="6C63FF"/>
              </a:solidFill>
              <a:latin typeface="Calibri"/>
              <a:ea typeface="Calibri"/>
              <a:cs typeface="Calibri"/>
            </a:endParaRPr>
          </a:p>
        </p:txBody>
      </p:sp>
      <p:sp>
        <p:nvSpPr>
          <p:cNvPr id="29" name="Shape 25"/>
          <p:cNvSpPr/>
          <p:nvPr/>
        </p:nvSpPr>
        <p:spPr>
          <a:xfrm>
            <a:off x="274320" y="3749040"/>
            <a:ext cx="2743200" cy="914400"/>
          </a:xfrm>
          <a:prstGeom prst="roundRect">
            <a:avLst>
              <a:gd name="adj" fmla="val 8000"/>
            </a:avLst>
          </a:prstGeom>
          <a:solidFill>
            <a:srgbClr val="1A2340"/>
          </a:solidFill>
          <a:ln w="12700">
            <a:solidFill>
              <a:srgbClr val="FF5252"/>
            </a:solidFill>
            <a:prstDash val="solid"/>
          </a:ln>
        </p:spPr>
      </p:sp>
      <p:sp>
        <p:nvSpPr>
          <p:cNvPr id="30" name="Shape 26"/>
          <p:cNvSpPr/>
          <p:nvPr/>
        </p:nvSpPr>
        <p:spPr>
          <a:xfrm>
            <a:off x="384048" y="3977640"/>
            <a:ext cx="457200" cy="457200"/>
          </a:xfrm>
          <a:prstGeom prst="ellipse">
            <a:avLst/>
          </a:prstGeom>
          <a:solidFill>
            <a:srgbClr val="FF5252">
              <a:alpha val="80000"/>
            </a:srgbClr>
          </a:solidFill>
          <a:ln w="12700">
            <a:solidFill>
              <a:srgbClr val="FF5252"/>
            </a:solidFill>
            <a:prstDash val="solid"/>
          </a:ln>
        </p:spPr>
      </p:sp>
      <p:sp>
        <p:nvSpPr>
          <p:cNvPr id="31" name="Text 27"/>
          <p:cNvSpPr/>
          <p:nvPr/>
        </p:nvSpPr>
        <p:spPr>
          <a:xfrm>
            <a:off x="384048" y="3977640"/>
            <a:ext cx="457200" cy="457200"/>
          </a:xfrm>
          <a:prstGeom prst="rect">
            <a:avLst/>
          </a:prstGeom>
          <a:noFill/>
          <a:ln/>
        </p:spPr>
        <p:txBody>
          <a:bodyPr wrap="square" lIns="91440" tIns="45720" rIns="91440" bIns="45720" rtlCol="0" anchor="ctr"/>
          <a:lstStyle/>
          <a:p>
            <a:pPr marL="0" indent="0" algn="ctr">
              <a:buNone/>
            </a:pPr>
            <a:r>
              <a:rPr lang="en-US" sz="1400" b="1">
                <a:solidFill>
                  <a:srgbClr val="F1F5FB"/>
                </a:solidFill>
                <a:ea typeface="Calibri"/>
                <a:cs typeface="Calibri"/>
              </a:rPr>
              <a:t>ر</a:t>
            </a:r>
          </a:p>
        </p:txBody>
      </p:sp>
      <p:sp>
        <p:nvSpPr>
          <p:cNvPr id="32" name="Text 28"/>
          <p:cNvSpPr/>
          <p:nvPr/>
        </p:nvSpPr>
        <p:spPr>
          <a:xfrm>
            <a:off x="932688" y="3858768"/>
            <a:ext cx="2011680" cy="347472"/>
          </a:xfrm>
          <a:prstGeom prst="rect">
            <a:avLst/>
          </a:prstGeom>
          <a:noFill/>
          <a:ln/>
        </p:spPr>
        <p:txBody>
          <a:bodyPr wrap="square" lIns="91440" tIns="45720" rIns="91440" bIns="45720" rtlCol="0" anchor="ctr"/>
          <a:lstStyle/>
          <a:p>
            <a:r>
              <a:rPr lang="en-US" sz="1300" err="1">
                <a:solidFill>
                  <a:srgbClr val="F1F5FB"/>
                </a:solidFill>
                <a:ea typeface="+mn-lt"/>
                <a:cs typeface="+mn-lt"/>
              </a:rPr>
              <a:t>روان</a:t>
            </a:r>
            <a:r>
              <a:rPr lang="en-US" sz="1300">
                <a:solidFill>
                  <a:srgbClr val="F1F5FB"/>
                </a:solidFill>
                <a:ea typeface="+mn-lt"/>
                <a:cs typeface="+mn-lt"/>
              </a:rPr>
              <a:t> </a:t>
            </a:r>
            <a:r>
              <a:rPr lang="en-US" sz="1300" err="1">
                <a:solidFill>
                  <a:srgbClr val="F1F5FB"/>
                </a:solidFill>
                <a:ea typeface="+mn-lt"/>
                <a:cs typeface="+mn-lt"/>
              </a:rPr>
              <a:t>حسين</a:t>
            </a:r>
            <a:endParaRPr lang="en-US" err="1"/>
          </a:p>
        </p:txBody>
      </p:sp>
      <p:sp>
        <p:nvSpPr>
          <p:cNvPr id="33" name="Text 29"/>
          <p:cNvSpPr/>
          <p:nvPr/>
        </p:nvSpPr>
        <p:spPr>
          <a:xfrm>
            <a:off x="932688" y="4206240"/>
            <a:ext cx="2011680" cy="292608"/>
          </a:xfrm>
          <a:prstGeom prst="rect">
            <a:avLst/>
          </a:prstGeom>
          <a:noFill/>
          <a:ln/>
        </p:spPr>
        <p:txBody>
          <a:bodyPr wrap="square" lIns="91440" tIns="45720" rIns="91440" bIns="45720" rtlCol="0" anchor="ctr"/>
          <a:lstStyle/>
          <a:p>
            <a:pPr marL="0" indent="0">
              <a:buNone/>
            </a:pPr>
            <a:r>
              <a:rPr lang="en-US" sz="1000">
                <a:solidFill>
                  <a:srgbClr val="6C63FF"/>
                </a:solidFill>
                <a:latin typeface="Calibri"/>
                <a:ea typeface="Calibri"/>
                <a:cs typeface="Calibri"/>
              </a:rPr>
              <a:t>Data Engineer</a:t>
            </a:r>
            <a:endParaRPr lang="en-US">
              <a:solidFill>
                <a:srgbClr val="6C63FF"/>
              </a:solidFill>
              <a:latin typeface="Calibri"/>
              <a:ea typeface="Calibri"/>
              <a:cs typeface="Calibri"/>
            </a:endParaRPr>
          </a:p>
        </p:txBody>
      </p:sp>
      <p:sp>
        <p:nvSpPr>
          <p:cNvPr id="34" name="Shape 30"/>
          <p:cNvSpPr/>
          <p:nvPr/>
        </p:nvSpPr>
        <p:spPr>
          <a:xfrm>
            <a:off x="6126480" y="1143000"/>
            <a:ext cx="2834640" cy="868680"/>
          </a:xfrm>
          <a:prstGeom prst="roundRect">
            <a:avLst>
              <a:gd name="adj" fmla="val 8421"/>
            </a:avLst>
          </a:prstGeom>
          <a:solidFill>
            <a:srgbClr val="141B2D"/>
          </a:solidFill>
          <a:ln w="12700">
            <a:solidFill>
              <a:srgbClr val="1E2D4A"/>
            </a:solidFill>
            <a:prstDash val="solid"/>
          </a:ln>
        </p:spPr>
      </p:sp>
      <p:sp>
        <p:nvSpPr>
          <p:cNvPr id="35" name="Text 31"/>
          <p:cNvSpPr/>
          <p:nvPr/>
        </p:nvSpPr>
        <p:spPr>
          <a:xfrm>
            <a:off x="6263640" y="1216152"/>
            <a:ext cx="2651760" cy="274320"/>
          </a:xfrm>
          <a:prstGeom prst="rect">
            <a:avLst/>
          </a:prstGeom>
          <a:noFill/>
          <a:ln/>
        </p:spPr>
        <p:txBody>
          <a:bodyPr wrap="square" rtlCol="0" anchor="ctr"/>
          <a:lstStyle/>
          <a:p>
            <a:pPr marL="0" indent="0">
              <a:buNone/>
            </a:pPr>
            <a:r>
              <a:rPr lang="en-US" sz="1000" b="1">
                <a:solidFill>
                  <a:srgbClr val="4FC3F7"/>
                </a:solidFill>
                <a:latin typeface="Calibri" pitchFamily="34" charset="0"/>
                <a:ea typeface="Calibri" pitchFamily="34" charset="-122"/>
                <a:cs typeface="Calibri" pitchFamily="34" charset="-120"/>
              </a:rPr>
              <a:t>Project Name</a:t>
            </a:r>
            <a:endParaRPr lang="en-US" sz="1000"/>
          </a:p>
        </p:txBody>
      </p:sp>
      <p:sp>
        <p:nvSpPr>
          <p:cNvPr id="36" name="Text 32"/>
          <p:cNvSpPr/>
          <p:nvPr/>
        </p:nvSpPr>
        <p:spPr>
          <a:xfrm>
            <a:off x="6263640" y="1490472"/>
            <a:ext cx="2651760" cy="384048"/>
          </a:xfrm>
          <a:prstGeom prst="rect">
            <a:avLst/>
          </a:prstGeom>
          <a:noFill/>
          <a:ln/>
        </p:spPr>
        <p:txBody>
          <a:bodyPr wrap="square" lIns="91440" tIns="45720" rIns="91440" bIns="45720" rtlCol="0" anchor="ctr"/>
          <a:lstStyle/>
          <a:p>
            <a:r>
              <a:rPr lang="en-US" sz="1050">
                <a:solidFill>
                  <a:srgbClr val="F1F5FB"/>
                </a:solidFill>
                <a:latin typeface="Calibri"/>
                <a:ea typeface="Calibri"/>
                <a:cs typeface="Calibri"/>
              </a:rPr>
              <a:t>Digital Marketing Data</a:t>
            </a:r>
            <a:endParaRPr lang="en-US" sz="1050">
              <a:solidFill>
                <a:srgbClr val="000000"/>
              </a:solidFill>
              <a:latin typeface="Calibri"/>
              <a:ea typeface="Calibri"/>
              <a:cs typeface="Calibri"/>
            </a:endParaRPr>
          </a:p>
          <a:p>
            <a:r>
              <a:rPr lang="en-US" sz="1050">
                <a:solidFill>
                  <a:srgbClr val="F1F5FB"/>
                </a:solidFill>
                <a:latin typeface="Calibri"/>
                <a:ea typeface="Calibri"/>
                <a:cs typeface="Calibri"/>
              </a:rPr>
              <a:t>Warehouse System</a:t>
            </a:r>
            <a:endParaRPr lang="en-US" sz="1050">
              <a:ea typeface="Calibri"/>
              <a:cs typeface="Calibri"/>
            </a:endParaRPr>
          </a:p>
        </p:txBody>
      </p:sp>
      <p:sp>
        <p:nvSpPr>
          <p:cNvPr id="37" name="Shape 33"/>
          <p:cNvSpPr/>
          <p:nvPr/>
        </p:nvSpPr>
        <p:spPr>
          <a:xfrm>
            <a:off x="6126480" y="2194560"/>
            <a:ext cx="2834640" cy="868680"/>
          </a:xfrm>
          <a:prstGeom prst="roundRect">
            <a:avLst>
              <a:gd name="adj" fmla="val 8421"/>
            </a:avLst>
          </a:prstGeom>
          <a:solidFill>
            <a:srgbClr val="141B2D"/>
          </a:solidFill>
          <a:ln w="12700">
            <a:solidFill>
              <a:srgbClr val="1E2D4A"/>
            </a:solidFill>
            <a:prstDash val="solid"/>
          </a:ln>
        </p:spPr>
      </p:sp>
      <p:sp>
        <p:nvSpPr>
          <p:cNvPr id="38" name="Text 34"/>
          <p:cNvSpPr/>
          <p:nvPr/>
        </p:nvSpPr>
        <p:spPr>
          <a:xfrm>
            <a:off x="6263640" y="2267712"/>
            <a:ext cx="2651760" cy="274320"/>
          </a:xfrm>
          <a:prstGeom prst="rect">
            <a:avLst/>
          </a:prstGeom>
          <a:noFill/>
          <a:ln/>
        </p:spPr>
        <p:txBody>
          <a:bodyPr wrap="square" rtlCol="0" anchor="ctr"/>
          <a:lstStyle/>
          <a:p>
            <a:pPr marL="0" indent="0">
              <a:buNone/>
            </a:pPr>
            <a:r>
              <a:rPr lang="en-US" sz="1000" b="1">
                <a:solidFill>
                  <a:srgbClr val="4FC3F7"/>
                </a:solidFill>
                <a:latin typeface="Calibri" pitchFamily="34" charset="0"/>
                <a:ea typeface="Calibri" pitchFamily="34" charset="-122"/>
                <a:cs typeface="Calibri" pitchFamily="34" charset="-120"/>
              </a:rPr>
              <a:t>Tech Stack</a:t>
            </a:r>
            <a:endParaRPr lang="en-US" sz="1000"/>
          </a:p>
        </p:txBody>
      </p:sp>
      <p:sp>
        <p:nvSpPr>
          <p:cNvPr id="39" name="Text 35"/>
          <p:cNvSpPr/>
          <p:nvPr/>
        </p:nvSpPr>
        <p:spPr>
          <a:xfrm>
            <a:off x="6263640" y="2542032"/>
            <a:ext cx="2651760" cy="384048"/>
          </a:xfrm>
          <a:prstGeom prst="rect">
            <a:avLst/>
          </a:prstGeom>
          <a:noFill/>
          <a:ln/>
        </p:spPr>
        <p:txBody>
          <a:bodyPr wrap="square" lIns="91440" tIns="45720" rIns="91440" bIns="45720" rtlCol="0" anchor="ctr"/>
          <a:lstStyle/>
          <a:p>
            <a:r>
              <a:rPr lang="en-US" sz="1200">
                <a:solidFill>
                  <a:srgbClr val="8892A4"/>
                </a:solidFill>
                <a:ea typeface="+mn-lt"/>
                <a:cs typeface="+mn-lt"/>
              </a:rPr>
              <a:t>Python, SQL, Microsoft Azure, Power BI.</a:t>
            </a:r>
            <a:endParaRPr lang="en-US"/>
          </a:p>
        </p:txBody>
      </p:sp>
      <p:sp>
        <p:nvSpPr>
          <p:cNvPr id="40" name="Shape 36"/>
          <p:cNvSpPr/>
          <p:nvPr/>
        </p:nvSpPr>
        <p:spPr>
          <a:xfrm>
            <a:off x="6126480" y="3246120"/>
            <a:ext cx="2834640" cy="868680"/>
          </a:xfrm>
          <a:prstGeom prst="roundRect">
            <a:avLst>
              <a:gd name="adj" fmla="val 8421"/>
            </a:avLst>
          </a:prstGeom>
          <a:solidFill>
            <a:srgbClr val="141B2D"/>
          </a:solidFill>
          <a:ln w="12700">
            <a:solidFill>
              <a:srgbClr val="1E2D4A"/>
            </a:solidFill>
            <a:prstDash val="solid"/>
          </a:ln>
        </p:spPr>
      </p:sp>
      <p:sp>
        <p:nvSpPr>
          <p:cNvPr id="41" name="Text 37"/>
          <p:cNvSpPr/>
          <p:nvPr/>
        </p:nvSpPr>
        <p:spPr>
          <a:xfrm>
            <a:off x="6263640" y="3319272"/>
            <a:ext cx="2651760" cy="274320"/>
          </a:xfrm>
          <a:prstGeom prst="rect">
            <a:avLst/>
          </a:prstGeom>
          <a:noFill/>
          <a:ln/>
        </p:spPr>
        <p:txBody>
          <a:bodyPr wrap="square" rtlCol="0" anchor="ctr"/>
          <a:lstStyle/>
          <a:p>
            <a:pPr marL="0" indent="0">
              <a:buNone/>
            </a:pPr>
            <a:r>
              <a:rPr lang="en-US" sz="1000" b="1">
                <a:solidFill>
                  <a:srgbClr val="4FC3F7"/>
                </a:solidFill>
                <a:latin typeface="Calibri" pitchFamily="34" charset="0"/>
                <a:ea typeface="Calibri" pitchFamily="34" charset="-122"/>
                <a:cs typeface="Calibri" pitchFamily="34" charset="-120"/>
              </a:rPr>
              <a:t>Supervisor</a:t>
            </a:r>
            <a:endParaRPr lang="en-US" sz="1000"/>
          </a:p>
        </p:txBody>
      </p:sp>
      <p:sp>
        <p:nvSpPr>
          <p:cNvPr id="42" name="Text 38"/>
          <p:cNvSpPr/>
          <p:nvPr/>
        </p:nvSpPr>
        <p:spPr>
          <a:xfrm>
            <a:off x="6263640" y="3593592"/>
            <a:ext cx="2651760" cy="384048"/>
          </a:xfrm>
          <a:prstGeom prst="rect">
            <a:avLst/>
          </a:prstGeom>
          <a:noFill/>
          <a:ln/>
        </p:spPr>
        <p:txBody>
          <a:bodyPr wrap="square" lIns="91440" tIns="45720" rIns="91440" bIns="45720" rtlCol="0" anchor="ctr"/>
          <a:lstStyle/>
          <a:p>
            <a:pPr marL="0" indent="0">
              <a:buNone/>
            </a:pPr>
            <a:r>
              <a:rPr lang="en-US" sz="1200">
                <a:solidFill>
                  <a:srgbClr val="8892A4"/>
                </a:solidFill>
                <a:latin typeface="Calibri"/>
                <a:ea typeface="Calibri"/>
                <a:cs typeface="Calibri"/>
              </a:rPr>
              <a:t>ITC</a:t>
            </a:r>
            <a:endParaRPr lang="en-US" sz="1200">
              <a:solidFill>
                <a:srgbClr val="8892A4"/>
              </a:solidFill>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566928"/>
          </a:xfrm>
          <a:prstGeom prst="rect">
            <a:avLst/>
          </a:prstGeom>
        </p:spPr>
      </p:pic>
      <p:sp>
        <p:nvSpPr>
          <p:cNvPr id="4" name="Shape 0"/>
          <p:cNvSpPr/>
          <p:nvPr/>
        </p:nvSpPr>
        <p:spPr>
          <a:xfrm>
            <a:off x="5303520" y="818388"/>
            <a:ext cx="3840480" cy="4325112"/>
          </a:xfrm>
          <a:prstGeom prst="rect">
            <a:avLst/>
          </a:prstGeom>
          <a:solidFill>
            <a:srgbClr val="141B2D"/>
          </a:solidFill>
          <a:ln w="12700">
            <a:solidFill>
              <a:srgbClr val="1E2D4A"/>
            </a:solidFill>
            <a:prstDash val="solid"/>
          </a:ln>
        </p:spPr>
      </p:sp>
      <p:sp>
        <p:nvSpPr>
          <p:cNvPr id="5" name="Shape 1"/>
          <p:cNvSpPr/>
          <p:nvPr/>
        </p:nvSpPr>
        <p:spPr>
          <a:xfrm>
            <a:off x="5943600" y="640080"/>
            <a:ext cx="2926080" cy="2743200"/>
          </a:xfrm>
          <a:prstGeom prst="ellipse">
            <a:avLst/>
          </a:prstGeom>
          <a:solidFill>
            <a:srgbClr val="FF5252">
              <a:alpha val="10000"/>
            </a:srgbClr>
          </a:solidFill>
          <a:ln w="12700">
            <a:solidFill>
              <a:srgbClr val="FF5252"/>
            </a:solidFill>
            <a:prstDash val="solid"/>
          </a:ln>
        </p:spPr>
      </p:sp>
      <p:sp>
        <p:nvSpPr>
          <p:cNvPr id="6" name="Shape 2"/>
          <p:cNvSpPr/>
          <p:nvPr/>
        </p:nvSpPr>
        <p:spPr>
          <a:xfrm>
            <a:off x="859536" y="402336"/>
            <a:ext cx="1645920" cy="347472"/>
          </a:xfrm>
          <a:prstGeom prst="roundRect">
            <a:avLst>
              <a:gd name="adj" fmla="val 13158"/>
            </a:avLst>
          </a:prstGeom>
          <a:solidFill>
            <a:srgbClr val="FF5252">
              <a:alpha val="20000"/>
            </a:srgbClr>
          </a:solidFill>
          <a:ln w="12700">
            <a:solidFill>
              <a:srgbClr val="FF5252"/>
            </a:solidFill>
            <a:prstDash val="solid"/>
          </a:ln>
        </p:spPr>
      </p:sp>
      <p:sp>
        <p:nvSpPr>
          <p:cNvPr id="7" name="Text 3"/>
          <p:cNvSpPr/>
          <p:nvPr/>
        </p:nvSpPr>
        <p:spPr>
          <a:xfrm>
            <a:off x="365760" y="382089"/>
            <a:ext cx="2473234" cy="391013"/>
          </a:xfrm>
          <a:prstGeom prst="rect">
            <a:avLst/>
          </a:prstGeom>
          <a:noFill/>
          <a:ln/>
        </p:spPr>
        <p:txBody>
          <a:bodyPr wrap="square" rtlCol="0" anchor="ctr"/>
          <a:lstStyle/>
          <a:p>
            <a:pPr marL="0" indent="0" algn="ctr">
              <a:buNone/>
            </a:pPr>
            <a:r>
              <a:rPr lang="en-US" sz="1100" b="1" kern="0" spc="200">
                <a:solidFill>
                  <a:srgbClr val="FF5252"/>
                </a:solidFill>
                <a:latin typeface="Calibri" pitchFamily="34" charset="0"/>
                <a:ea typeface="Calibri" pitchFamily="34" charset="-122"/>
                <a:cs typeface="Calibri" pitchFamily="34" charset="-120"/>
              </a:rPr>
              <a:t>PROBLEM</a:t>
            </a:r>
            <a:endParaRPr lang="en-US" sz="1100"/>
          </a:p>
        </p:txBody>
      </p:sp>
      <p:sp>
        <p:nvSpPr>
          <p:cNvPr id="8" name="Text 4"/>
          <p:cNvSpPr/>
          <p:nvPr/>
        </p:nvSpPr>
        <p:spPr>
          <a:xfrm>
            <a:off x="365760" y="822960"/>
            <a:ext cx="4572000" cy="594360"/>
          </a:xfrm>
          <a:prstGeom prst="rect">
            <a:avLst/>
          </a:prstGeom>
          <a:noFill/>
          <a:ln/>
        </p:spPr>
        <p:txBody>
          <a:bodyPr wrap="square" rtlCol="0" anchor="ctr"/>
          <a:lstStyle/>
          <a:p>
            <a:pPr marL="0" indent="0">
              <a:buNone/>
            </a:pPr>
            <a:r>
              <a:rPr lang="en-US" sz="3200" b="1">
                <a:solidFill>
                  <a:srgbClr val="F1F5FB"/>
                </a:solidFill>
                <a:latin typeface="Calibri" pitchFamily="34" charset="0"/>
                <a:ea typeface="Calibri" pitchFamily="34" charset="-122"/>
                <a:cs typeface="Calibri" pitchFamily="34" charset="-120"/>
              </a:rPr>
              <a:t>Problem</a:t>
            </a:r>
            <a:endParaRPr lang="en-US" sz="3200"/>
          </a:p>
        </p:txBody>
      </p:sp>
      <p:sp>
        <p:nvSpPr>
          <p:cNvPr id="9" name="Text 5"/>
          <p:cNvSpPr/>
          <p:nvPr/>
        </p:nvSpPr>
        <p:spPr>
          <a:xfrm>
            <a:off x="365760" y="1371600"/>
            <a:ext cx="4572000" cy="594360"/>
          </a:xfrm>
          <a:prstGeom prst="rect">
            <a:avLst/>
          </a:prstGeom>
          <a:noFill/>
          <a:ln/>
        </p:spPr>
        <p:txBody>
          <a:bodyPr wrap="square" rtlCol="0" anchor="ctr"/>
          <a:lstStyle/>
          <a:p>
            <a:pPr marL="0" indent="0">
              <a:buNone/>
            </a:pPr>
            <a:r>
              <a:rPr lang="en-US" sz="3200" b="1">
                <a:solidFill>
                  <a:srgbClr val="FF5252"/>
                </a:solidFill>
                <a:latin typeface="Calibri" pitchFamily="34" charset="0"/>
                <a:ea typeface="Calibri" pitchFamily="34" charset="-122"/>
                <a:cs typeface="Calibri" pitchFamily="34" charset="-120"/>
              </a:rPr>
              <a:t>Statement</a:t>
            </a:r>
            <a:endParaRPr lang="en-US" sz="3200"/>
          </a:p>
        </p:txBody>
      </p:sp>
      <p:sp>
        <p:nvSpPr>
          <p:cNvPr id="10" name="Shape 6"/>
          <p:cNvSpPr/>
          <p:nvPr/>
        </p:nvSpPr>
        <p:spPr>
          <a:xfrm>
            <a:off x="365760" y="2011680"/>
            <a:ext cx="3200400" cy="0"/>
          </a:xfrm>
          <a:prstGeom prst="line">
            <a:avLst/>
          </a:prstGeom>
          <a:noFill/>
          <a:ln w="6350">
            <a:solidFill>
              <a:srgbClr val="1E2D4A"/>
            </a:solidFill>
            <a:prstDash val="solid"/>
          </a:ln>
        </p:spPr>
      </p:sp>
      <p:sp>
        <p:nvSpPr>
          <p:cNvPr id="11" name="Text 7"/>
          <p:cNvSpPr/>
          <p:nvPr/>
        </p:nvSpPr>
        <p:spPr>
          <a:xfrm>
            <a:off x="365760" y="2148840"/>
            <a:ext cx="4663440" cy="1645920"/>
          </a:xfrm>
          <a:prstGeom prst="rect">
            <a:avLst/>
          </a:prstGeom>
          <a:noFill/>
          <a:ln/>
        </p:spPr>
        <p:txBody>
          <a:bodyPr wrap="square" lIns="91440" tIns="45720" rIns="91440" bIns="45720" rtlCol="0" anchor="ctr"/>
          <a:lstStyle/>
          <a:p>
            <a:r>
              <a:rPr lang="en-US" sz="1300">
                <a:solidFill>
                  <a:srgbClr val="8892A4"/>
                </a:solidFill>
                <a:ea typeface="+mn-lt"/>
                <a:cs typeface="+mn-lt"/>
              </a:rPr>
              <a:t>The main problem addressed in this project is the fragmentation of digital marketing data across multiple platforms such as social media, search engines, and advertising channels. Since this data is scattered and stored in different formats, it becomes difficult for marketing teams to collect, analyze, and generate accurate insights efficiently. This lack of centralized data slows decision-making and reduces the effectiveness of marketing strategies. Therefore, this project aims to build a centralized data pipeline and warehouse to integrate, process, and analyze marketing data for better business decision-making.</a:t>
            </a:r>
            <a:endParaRPr lang="en-US">
              <a:ea typeface="+mn-lt"/>
              <a:cs typeface="+mn-lt"/>
            </a:endParaRPr>
          </a:p>
        </p:txBody>
      </p:sp>
      <p:sp>
        <p:nvSpPr>
          <p:cNvPr id="12" name="Shape 8"/>
          <p:cNvSpPr/>
          <p:nvPr/>
        </p:nvSpPr>
        <p:spPr>
          <a:xfrm>
            <a:off x="5577840" y="640080"/>
            <a:ext cx="3200400" cy="1097280"/>
          </a:xfrm>
          <a:prstGeom prst="roundRect">
            <a:avLst>
              <a:gd name="adj" fmla="val 6667"/>
            </a:avLst>
          </a:prstGeom>
          <a:solidFill>
            <a:srgbClr val="0F1526"/>
          </a:solidFill>
          <a:ln w="12700">
            <a:solidFill>
              <a:srgbClr val="FF5252"/>
            </a:solidFill>
            <a:prstDash val="solid"/>
          </a:ln>
        </p:spPr>
      </p:sp>
      <p:sp>
        <p:nvSpPr>
          <p:cNvPr id="13" name="Text 9"/>
          <p:cNvSpPr/>
          <p:nvPr/>
        </p:nvSpPr>
        <p:spPr>
          <a:xfrm>
            <a:off x="5669280" y="731520"/>
            <a:ext cx="548640" cy="502920"/>
          </a:xfrm>
          <a:prstGeom prst="rect">
            <a:avLst/>
          </a:prstGeom>
          <a:noFill/>
          <a:ln/>
        </p:spPr>
        <p:txBody>
          <a:bodyPr wrap="square" rtlCol="0" anchor="ctr"/>
          <a:lstStyle/>
          <a:p>
            <a:pPr marL="0" indent="0" algn="ctr">
              <a:buNone/>
            </a:pPr>
            <a:r>
              <a:rPr lang="en-US" sz="2200" b="1">
                <a:solidFill>
                  <a:srgbClr val="FF5252"/>
                </a:solidFill>
                <a:latin typeface="Calibri" pitchFamily="34" charset="0"/>
                <a:ea typeface="Calibri" pitchFamily="34" charset="-122"/>
                <a:cs typeface="Calibri" pitchFamily="34" charset="-120"/>
              </a:rPr>
              <a:t>01</a:t>
            </a:r>
            <a:endParaRPr lang="en-US" sz="2200"/>
          </a:p>
        </p:txBody>
      </p:sp>
      <p:sp>
        <p:nvSpPr>
          <p:cNvPr id="15" name="Text 11"/>
          <p:cNvSpPr/>
          <p:nvPr/>
        </p:nvSpPr>
        <p:spPr>
          <a:xfrm>
            <a:off x="6133012" y="1181317"/>
            <a:ext cx="2546168" cy="400595"/>
          </a:xfrm>
          <a:prstGeom prst="rect">
            <a:avLst/>
          </a:prstGeom>
          <a:noFill/>
          <a:ln/>
        </p:spPr>
        <p:txBody>
          <a:bodyPr wrap="square" lIns="91440" tIns="45720" rIns="91440" bIns="45720" rtlCol="0" anchor="ctr"/>
          <a:lstStyle/>
          <a:p>
            <a:r>
              <a:rPr lang="en-US" sz="1000">
                <a:solidFill>
                  <a:srgbClr val="8892A4"/>
                </a:solidFill>
                <a:ea typeface="+mn-lt"/>
                <a:cs typeface="+mn-lt"/>
              </a:rPr>
              <a:t>Marketing data is distributed across multiple platforms, making data collection and analysis inefficient and difficult to manage.</a:t>
            </a:r>
            <a:endParaRPr lang="en-US"/>
          </a:p>
        </p:txBody>
      </p:sp>
      <p:sp>
        <p:nvSpPr>
          <p:cNvPr id="14" name="Text 10"/>
          <p:cNvSpPr/>
          <p:nvPr/>
        </p:nvSpPr>
        <p:spPr>
          <a:xfrm>
            <a:off x="6263640" y="777240"/>
            <a:ext cx="2377440" cy="365760"/>
          </a:xfrm>
          <a:prstGeom prst="rect">
            <a:avLst/>
          </a:prstGeom>
          <a:noFill/>
          <a:ln/>
        </p:spPr>
        <p:txBody>
          <a:bodyPr wrap="square" lIns="91440" tIns="45720" rIns="91440" bIns="45720" rtlCol="0" anchor="ctr"/>
          <a:lstStyle/>
          <a:p>
            <a:pPr marL="0" indent="0">
              <a:buNone/>
            </a:pPr>
            <a:r>
              <a:rPr lang="en-US" sz="1500">
                <a:solidFill>
                  <a:srgbClr val="F1F5FB"/>
                </a:solidFill>
                <a:ea typeface="+mn-lt"/>
                <a:cs typeface="+mn-lt"/>
              </a:rPr>
              <a:t>Efficiency</a:t>
            </a:r>
            <a:endParaRPr lang="en-US"/>
          </a:p>
        </p:txBody>
      </p:sp>
      <p:sp>
        <p:nvSpPr>
          <p:cNvPr id="16" name="Shape 12"/>
          <p:cNvSpPr/>
          <p:nvPr/>
        </p:nvSpPr>
        <p:spPr>
          <a:xfrm>
            <a:off x="5577840" y="2011680"/>
            <a:ext cx="3200400" cy="1097280"/>
          </a:xfrm>
          <a:prstGeom prst="roundRect">
            <a:avLst>
              <a:gd name="adj" fmla="val 6667"/>
            </a:avLst>
          </a:prstGeom>
          <a:solidFill>
            <a:srgbClr val="0F1526"/>
          </a:solidFill>
          <a:ln w="12700">
            <a:solidFill>
              <a:srgbClr val="FFB300"/>
            </a:solidFill>
            <a:prstDash val="solid"/>
          </a:ln>
        </p:spPr>
      </p:sp>
      <p:sp>
        <p:nvSpPr>
          <p:cNvPr id="17" name="Text 13"/>
          <p:cNvSpPr/>
          <p:nvPr/>
        </p:nvSpPr>
        <p:spPr>
          <a:xfrm>
            <a:off x="5669280" y="2103120"/>
            <a:ext cx="548640" cy="502920"/>
          </a:xfrm>
          <a:prstGeom prst="rect">
            <a:avLst/>
          </a:prstGeom>
          <a:noFill/>
          <a:ln/>
        </p:spPr>
        <p:txBody>
          <a:bodyPr wrap="square" rtlCol="0" anchor="ctr"/>
          <a:lstStyle/>
          <a:p>
            <a:pPr marL="0" indent="0" algn="ctr">
              <a:buNone/>
            </a:pPr>
            <a:r>
              <a:rPr lang="en-US" sz="2200" b="1">
                <a:solidFill>
                  <a:srgbClr val="FFB300"/>
                </a:solidFill>
                <a:latin typeface="Calibri" pitchFamily="34" charset="0"/>
                <a:ea typeface="Calibri" pitchFamily="34" charset="-122"/>
                <a:cs typeface="Calibri" pitchFamily="34" charset="-120"/>
              </a:rPr>
              <a:t>02</a:t>
            </a:r>
            <a:endParaRPr lang="en-US" sz="2200"/>
          </a:p>
        </p:txBody>
      </p:sp>
      <p:sp>
        <p:nvSpPr>
          <p:cNvPr id="18" name="Text 14"/>
          <p:cNvSpPr/>
          <p:nvPr/>
        </p:nvSpPr>
        <p:spPr>
          <a:xfrm>
            <a:off x="6263640" y="2148840"/>
            <a:ext cx="2377440" cy="365760"/>
          </a:xfrm>
          <a:prstGeom prst="rect">
            <a:avLst/>
          </a:prstGeom>
          <a:noFill/>
          <a:ln/>
        </p:spPr>
        <p:txBody>
          <a:bodyPr wrap="square" lIns="91440" tIns="45720" rIns="91440" bIns="45720" rtlCol="0" anchor="ctr"/>
          <a:lstStyle/>
          <a:p>
            <a:pPr marL="0" indent="0">
              <a:buNone/>
            </a:pPr>
            <a:r>
              <a:rPr lang="en-US" sz="1500">
                <a:solidFill>
                  <a:srgbClr val="F1F5FB"/>
                </a:solidFill>
                <a:ea typeface="+mn-lt"/>
                <a:cs typeface="+mn-lt"/>
              </a:rPr>
              <a:t>Quality</a:t>
            </a:r>
            <a:endParaRPr lang="en-US"/>
          </a:p>
        </p:txBody>
      </p:sp>
      <p:sp>
        <p:nvSpPr>
          <p:cNvPr id="19" name="Text 15"/>
          <p:cNvSpPr/>
          <p:nvPr/>
        </p:nvSpPr>
        <p:spPr>
          <a:xfrm>
            <a:off x="6209212" y="2552917"/>
            <a:ext cx="2453639" cy="411480"/>
          </a:xfrm>
          <a:prstGeom prst="rect">
            <a:avLst/>
          </a:prstGeom>
          <a:noFill/>
          <a:ln/>
        </p:spPr>
        <p:txBody>
          <a:bodyPr wrap="square" lIns="91440" tIns="45720" rIns="91440" bIns="45720" rtlCol="0" anchor="ctr"/>
          <a:lstStyle/>
          <a:p>
            <a:r>
              <a:rPr lang="en-US" sz="1000">
                <a:solidFill>
                  <a:srgbClr val="8892A4"/>
                </a:solidFill>
                <a:ea typeface="+mn-lt"/>
                <a:cs typeface="+mn-lt"/>
              </a:rPr>
              <a:t>Data from different sources often comes in inconsistent formats, leading to inaccuracies and unreliable reporting.</a:t>
            </a:r>
            <a:endParaRPr lang="en-US"/>
          </a:p>
        </p:txBody>
      </p:sp>
      <p:sp>
        <p:nvSpPr>
          <p:cNvPr id="20" name="Shape 16"/>
          <p:cNvSpPr/>
          <p:nvPr/>
        </p:nvSpPr>
        <p:spPr>
          <a:xfrm>
            <a:off x="5577840" y="3383280"/>
            <a:ext cx="3200400" cy="1097280"/>
          </a:xfrm>
          <a:prstGeom prst="roundRect">
            <a:avLst>
              <a:gd name="adj" fmla="val 6667"/>
            </a:avLst>
          </a:prstGeom>
          <a:solidFill>
            <a:srgbClr val="0F1526"/>
          </a:solidFill>
          <a:ln w="12700">
            <a:solidFill>
              <a:srgbClr val="6C63FF"/>
            </a:solidFill>
            <a:prstDash val="solid"/>
          </a:ln>
        </p:spPr>
      </p:sp>
      <p:sp>
        <p:nvSpPr>
          <p:cNvPr id="21" name="Text 17"/>
          <p:cNvSpPr/>
          <p:nvPr/>
        </p:nvSpPr>
        <p:spPr>
          <a:xfrm>
            <a:off x="5669280" y="3474720"/>
            <a:ext cx="548640" cy="502920"/>
          </a:xfrm>
          <a:prstGeom prst="rect">
            <a:avLst/>
          </a:prstGeom>
          <a:noFill/>
          <a:ln/>
        </p:spPr>
        <p:txBody>
          <a:bodyPr wrap="square" rtlCol="0" anchor="ctr"/>
          <a:lstStyle/>
          <a:p>
            <a:pPr marL="0" indent="0" algn="ctr">
              <a:buNone/>
            </a:pPr>
            <a:r>
              <a:rPr lang="en-US" sz="2200" b="1">
                <a:solidFill>
                  <a:srgbClr val="6C63FF"/>
                </a:solidFill>
                <a:latin typeface="Calibri" pitchFamily="34" charset="0"/>
                <a:ea typeface="Calibri" pitchFamily="34" charset="-122"/>
                <a:cs typeface="Calibri" pitchFamily="34" charset="-120"/>
              </a:rPr>
              <a:t>03</a:t>
            </a:r>
            <a:endParaRPr lang="en-US" sz="2200"/>
          </a:p>
        </p:txBody>
      </p:sp>
      <p:sp>
        <p:nvSpPr>
          <p:cNvPr id="22" name="Text 18"/>
          <p:cNvSpPr/>
          <p:nvPr/>
        </p:nvSpPr>
        <p:spPr>
          <a:xfrm>
            <a:off x="6263640" y="3520440"/>
            <a:ext cx="2377440" cy="365760"/>
          </a:xfrm>
          <a:prstGeom prst="rect">
            <a:avLst/>
          </a:prstGeom>
          <a:noFill/>
          <a:ln/>
        </p:spPr>
        <p:txBody>
          <a:bodyPr wrap="square" lIns="91440" tIns="45720" rIns="91440" bIns="45720" rtlCol="0" anchor="ctr"/>
          <a:lstStyle/>
          <a:p>
            <a:pPr marL="0" indent="0">
              <a:buNone/>
            </a:pPr>
            <a:r>
              <a:rPr lang="en-US" sz="1500" b="1">
                <a:solidFill>
                  <a:srgbClr val="F1F5FB"/>
                </a:solidFill>
                <a:latin typeface="Calibri"/>
                <a:ea typeface="Calibri"/>
                <a:cs typeface="Calibri"/>
              </a:rPr>
              <a:t>Time</a:t>
            </a:r>
            <a:endParaRPr lang="en-US" sz="1500"/>
          </a:p>
        </p:txBody>
      </p:sp>
      <p:sp>
        <p:nvSpPr>
          <p:cNvPr id="23" name="Text 19"/>
          <p:cNvSpPr/>
          <p:nvPr/>
        </p:nvSpPr>
        <p:spPr>
          <a:xfrm>
            <a:off x="6263640" y="3913632"/>
            <a:ext cx="2377440" cy="411480"/>
          </a:xfrm>
          <a:prstGeom prst="rect">
            <a:avLst/>
          </a:prstGeom>
          <a:noFill/>
          <a:ln/>
        </p:spPr>
        <p:txBody>
          <a:bodyPr wrap="square" lIns="91440" tIns="45720" rIns="91440" bIns="45720" rtlCol="0" anchor="ctr"/>
          <a:lstStyle/>
          <a:p>
            <a:r>
              <a:rPr lang="en-US" sz="1000">
                <a:solidFill>
                  <a:srgbClr val="8892A4"/>
                </a:solidFill>
                <a:ea typeface="+mn-lt"/>
                <a:cs typeface="+mn-lt"/>
              </a:rPr>
              <a:t>Manual data processing and report generation consume significant time, delaying insights and decision-making.</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4" name="Shape 0"/>
          <p:cNvSpPr/>
          <p:nvPr/>
        </p:nvSpPr>
        <p:spPr>
          <a:xfrm>
            <a:off x="0" y="73152"/>
            <a:ext cx="9144000" cy="1024128"/>
          </a:xfrm>
          <a:prstGeom prst="rect">
            <a:avLst/>
          </a:prstGeom>
          <a:solidFill>
            <a:srgbClr val="141B2D"/>
          </a:solidFill>
          <a:ln w="12700">
            <a:solidFill>
              <a:srgbClr val="1E2D4A"/>
            </a:solidFill>
            <a:prstDash val="solid"/>
          </a:ln>
        </p:spPr>
      </p:sp>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5" name="Shape 1"/>
          <p:cNvSpPr/>
          <p:nvPr/>
        </p:nvSpPr>
        <p:spPr>
          <a:xfrm>
            <a:off x="0" y="0"/>
            <a:ext cx="9144000" cy="54864"/>
          </a:xfrm>
          <a:prstGeom prst="rect">
            <a:avLst/>
          </a:prstGeom>
          <a:solidFill>
            <a:srgbClr val="00E676"/>
          </a:solidFill>
          <a:ln w="12700">
            <a:solidFill>
              <a:srgbClr val="00E676"/>
            </a:solidFill>
            <a:prstDash val="solid"/>
          </a:ln>
        </p:spPr>
      </p:sp>
      <p:sp>
        <p:nvSpPr>
          <p:cNvPr id="6" name="Shape 2"/>
          <p:cNvSpPr/>
          <p:nvPr/>
        </p:nvSpPr>
        <p:spPr>
          <a:xfrm>
            <a:off x="869769" y="288772"/>
            <a:ext cx="1052649" cy="301971"/>
          </a:xfrm>
          <a:prstGeom prst="roundRect">
            <a:avLst>
              <a:gd name="adj" fmla="val 13889"/>
            </a:avLst>
          </a:prstGeom>
          <a:solidFill>
            <a:srgbClr val="00E676">
              <a:alpha val="20000"/>
            </a:srgbClr>
          </a:solidFill>
          <a:ln w="12700">
            <a:solidFill>
              <a:srgbClr val="00E676"/>
            </a:solidFill>
            <a:prstDash val="solid"/>
          </a:ln>
        </p:spPr>
      </p:sp>
      <p:sp>
        <p:nvSpPr>
          <p:cNvPr id="7" name="Text 3"/>
          <p:cNvSpPr/>
          <p:nvPr/>
        </p:nvSpPr>
        <p:spPr>
          <a:xfrm>
            <a:off x="550817" y="402553"/>
            <a:ext cx="1645920" cy="111471"/>
          </a:xfrm>
          <a:prstGeom prst="rect">
            <a:avLst/>
          </a:prstGeom>
          <a:noFill/>
          <a:ln/>
        </p:spPr>
        <p:txBody>
          <a:bodyPr wrap="square" rtlCol="0" anchor="ctr"/>
          <a:lstStyle/>
          <a:p>
            <a:pPr marL="0" indent="0" algn="ctr">
              <a:buNone/>
            </a:pPr>
            <a:r>
              <a:rPr lang="en-US" sz="1000" b="1" kern="0" spc="200">
                <a:solidFill>
                  <a:srgbClr val="00E676"/>
                </a:solidFill>
                <a:latin typeface="Calibri" pitchFamily="34" charset="0"/>
                <a:ea typeface="Calibri" pitchFamily="34" charset="-122"/>
                <a:cs typeface="Calibri" pitchFamily="34" charset="-120"/>
              </a:rPr>
              <a:t>SOLUTION</a:t>
            </a:r>
            <a:endParaRPr lang="en-US" sz="1000"/>
          </a:p>
        </p:txBody>
      </p:sp>
      <p:sp>
        <p:nvSpPr>
          <p:cNvPr id="8" name="Text 4"/>
          <p:cNvSpPr/>
          <p:nvPr/>
        </p:nvSpPr>
        <p:spPr>
          <a:xfrm>
            <a:off x="2286000" y="182880"/>
            <a:ext cx="6400800" cy="640080"/>
          </a:xfrm>
          <a:prstGeom prst="rect">
            <a:avLst/>
          </a:prstGeom>
          <a:noFill/>
          <a:ln/>
        </p:spPr>
        <p:txBody>
          <a:bodyPr wrap="square" rtlCol="0" anchor="ctr"/>
          <a:lstStyle/>
          <a:p>
            <a:pPr marL="0" indent="0">
              <a:buNone/>
            </a:pPr>
            <a:r>
              <a:rPr lang="en-US" sz="2600" b="1">
                <a:solidFill>
                  <a:srgbClr val="F1F5FB"/>
                </a:solidFill>
                <a:latin typeface="Calibri" pitchFamily="34" charset="0"/>
                <a:ea typeface="Calibri" pitchFamily="34" charset="-122"/>
                <a:cs typeface="Calibri" pitchFamily="34" charset="-120"/>
              </a:rPr>
              <a:t>Proposed Solution</a:t>
            </a:r>
            <a:endParaRPr lang="en-US" sz="2600"/>
          </a:p>
        </p:txBody>
      </p:sp>
      <p:sp>
        <p:nvSpPr>
          <p:cNvPr id="9" name="Text 5"/>
          <p:cNvSpPr/>
          <p:nvPr/>
        </p:nvSpPr>
        <p:spPr>
          <a:xfrm>
            <a:off x="2286000" y="713232"/>
            <a:ext cx="6400800" cy="320040"/>
          </a:xfrm>
          <a:prstGeom prst="rect">
            <a:avLst/>
          </a:prstGeom>
          <a:noFill/>
          <a:ln/>
        </p:spPr>
        <p:txBody>
          <a:bodyPr wrap="square" lIns="91440" tIns="45720" rIns="91440" bIns="45720" rtlCol="0" anchor="ctr"/>
          <a:lstStyle/>
          <a:p>
            <a:endParaRPr lang="en-US" sz="1100">
              <a:solidFill>
                <a:srgbClr val="8892A4"/>
              </a:solidFill>
              <a:ea typeface="Calibri"/>
              <a:cs typeface="Calibri"/>
            </a:endParaRPr>
          </a:p>
        </p:txBody>
      </p:sp>
      <p:sp>
        <p:nvSpPr>
          <p:cNvPr id="10" name="Shape 6"/>
          <p:cNvSpPr/>
          <p:nvPr/>
        </p:nvSpPr>
        <p:spPr>
          <a:xfrm>
            <a:off x="365760" y="1280160"/>
            <a:ext cx="4114800" cy="1554480"/>
          </a:xfrm>
          <a:prstGeom prst="roundRect">
            <a:avLst>
              <a:gd name="adj" fmla="val 5882"/>
            </a:avLst>
          </a:prstGeom>
          <a:solidFill>
            <a:srgbClr val="1A2340"/>
          </a:solidFill>
          <a:ln w="12700">
            <a:solidFill>
              <a:srgbClr val="6C63FF"/>
            </a:solidFill>
            <a:prstDash val="solid"/>
          </a:ln>
        </p:spPr>
      </p:sp>
      <p:sp>
        <p:nvSpPr>
          <p:cNvPr id="11" name="Shape 7"/>
          <p:cNvSpPr/>
          <p:nvPr/>
        </p:nvSpPr>
        <p:spPr>
          <a:xfrm>
            <a:off x="365760" y="1280160"/>
            <a:ext cx="4114800" cy="365760"/>
          </a:xfrm>
          <a:prstGeom prst="roundRect">
            <a:avLst>
              <a:gd name="adj" fmla="val 25000"/>
            </a:avLst>
          </a:prstGeom>
          <a:solidFill>
            <a:srgbClr val="6C63FF">
              <a:alpha val="25000"/>
            </a:srgbClr>
          </a:solidFill>
          <a:ln w="12700">
            <a:solidFill>
              <a:srgbClr val="6C63FF"/>
            </a:solidFill>
            <a:prstDash val="solid"/>
          </a:ln>
        </p:spPr>
      </p:sp>
      <p:sp>
        <p:nvSpPr>
          <p:cNvPr id="12" name="Text 8"/>
          <p:cNvSpPr/>
          <p:nvPr/>
        </p:nvSpPr>
        <p:spPr>
          <a:xfrm>
            <a:off x="548640" y="1325880"/>
            <a:ext cx="3749040" cy="347472"/>
          </a:xfrm>
          <a:prstGeom prst="rect">
            <a:avLst/>
          </a:prstGeom>
          <a:noFill/>
          <a:ln/>
        </p:spPr>
        <p:txBody>
          <a:bodyPr wrap="square" lIns="91440" tIns="45720" rIns="91440" bIns="45720" rtlCol="0" anchor="ctr"/>
          <a:lstStyle/>
          <a:p>
            <a:r>
              <a:rPr lang="en-US" sz="1400">
                <a:solidFill>
                  <a:srgbClr val="6C63FF"/>
                </a:solidFill>
                <a:ea typeface="+mn-lt"/>
                <a:cs typeface="+mn-lt"/>
              </a:rPr>
              <a:t>Main Solution</a:t>
            </a:r>
            <a:endParaRPr lang="en-US">
              <a:ea typeface="+mn-lt"/>
              <a:cs typeface="+mn-lt"/>
            </a:endParaRPr>
          </a:p>
        </p:txBody>
      </p:sp>
      <p:sp>
        <p:nvSpPr>
          <p:cNvPr id="13" name="Text 9"/>
          <p:cNvSpPr/>
          <p:nvPr/>
        </p:nvSpPr>
        <p:spPr>
          <a:xfrm>
            <a:off x="548640" y="1783080"/>
            <a:ext cx="3749040" cy="822960"/>
          </a:xfrm>
          <a:prstGeom prst="rect">
            <a:avLst/>
          </a:prstGeom>
          <a:noFill/>
          <a:ln/>
        </p:spPr>
        <p:txBody>
          <a:bodyPr wrap="square" lIns="91440" tIns="45720" rIns="91440" bIns="45720" rtlCol="0" anchor="ctr"/>
          <a:lstStyle/>
          <a:p>
            <a:r>
              <a:rPr lang="en-US" sz="1200">
                <a:solidFill>
                  <a:srgbClr val="8892A4"/>
                </a:solidFill>
                <a:ea typeface="+mn-lt"/>
                <a:cs typeface="+mn-lt"/>
              </a:rPr>
              <a:t>We propose building a centralized </a:t>
            </a:r>
            <a:r>
              <a:rPr lang="en-US" sz="1200" b="1">
                <a:solidFill>
                  <a:srgbClr val="8892A4"/>
                </a:solidFill>
                <a:ea typeface="+mn-lt"/>
                <a:cs typeface="+mn-lt"/>
              </a:rPr>
              <a:t>Digital Marketing Data Warehouse</a:t>
            </a:r>
            <a:r>
              <a:rPr lang="en-US" sz="1200">
                <a:solidFill>
                  <a:srgbClr val="8892A4"/>
                </a:solidFill>
                <a:ea typeface="+mn-lt"/>
                <a:cs typeface="+mn-lt"/>
              </a:rPr>
              <a:t> that collects data from multiple marketing platforms, processes it through an ETL pipeline, and stores it in a unified structure for analysis and reporting.</a:t>
            </a:r>
            <a:endParaRPr lang="en-US"/>
          </a:p>
        </p:txBody>
      </p:sp>
      <p:sp>
        <p:nvSpPr>
          <p:cNvPr id="14" name="Shape 10"/>
          <p:cNvSpPr/>
          <p:nvPr/>
        </p:nvSpPr>
        <p:spPr>
          <a:xfrm>
            <a:off x="4754880" y="1280160"/>
            <a:ext cx="4114800" cy="1554480"/>
          </a:xfrm>
          <a:prstGeom prst="roundRect">
            <a:avLst>
              <a:gd name="adj" fmla="val 5882"/>
            </a:avLst>
          </a:prstGeom>
          <a:solidFill>
            <a:srgbClr val="1A2340"/>
          </a:solidFill>
          <a:ln w="12700">
            <a:solidFill>
              <a:srgbClr val="00E676"/>
            </a:solidFill>
            <a:prstDash val="solid"/>
          </a:ln>
        </p:spPr>
      </p:sp>
      <p:sp>
        <p:nvSpPr>
          <p:cNvPr id="15" name="Shape 11"/>
          <p:cNvSpPr/>
          <p:nvPr/>
        </p:nvSpPr>
        <p:spPr>
          <a:xfrm>
            <a:off x="4754880" y="1280160"/>
            <a:ext cx="4114800" cy="365760"/>
          </a:xfrm>
          <a:prstGeom prst="roundRect">
            <a:avLst>
              <a:gd name="adj" fmla="val 25000"/>
            </a:avLst>
          </a:prstGeom>
          <a:solidFill>
            <a:srgbClr val="00E676">
              <a:alpha val="25000"/>
            </a:srgbClr>
          </a:solidFill>
          <a:ln w="12700">
            <a:solidFill>
              <a:srgbClr val="00E676"/>
            </a:solidFill>
            <a:prstDash val="solid"/>
          </a:ln>
        </p:spPr>
      </p:sp>
      <p:sp>
        <p:nvSpPr>
          <p:cNvPr id="16" name="Text 12"/>
          <p:cNvSpPr/>
          <p:nvPr/>
        </p:nvSpPr>
        <p:spPr>
          <a:xfrm>
            <a:off x="4937760" y="1325880"/>
            <a:ext cx="3749040" cy="347472"/>
          </a:xfrm>
          <a:prstGeom prst="rect">
            <a:avLst/>
          </a:prstGeom>
          <a:noFill/>
          <a:ln/>
        </p:spPr>
        <p:txBody>
          <a:bodyPr wrap="square" lIns="91440" tIns="45720" rIns="91440" bIns="45720" rtlCol="0" anchor="ctr"/>
          <a:lstStyle/>
          <a:p>
            <a:pPr marL="0" indent="0">
              <a:buNone/>
            </a:pPr>
            <a:r>
              <a:rPr lang="en-US" sz="1400">
                <a:solidFill>
                  <a:srgbClr val="00E676"/>
                </a:solidFill>
                <a:ea typeface="+mn-lt"/>
                <a:cs typeface="+mn-lt"/>
              </a:rPr>
              <a:t>Benefits</a:t>
            </a:r>
            <a:endParaRPr lang="en-US"/>
          </a:p>
        </p:txBody>
      </p:sp>
      <p:sp>
        <p:nvSpPr>
          <p:cNvPr id="17" name="Text 13"/>
          <p:cNvSpPr/>
          <p:nvPr/>
        </p:nvSpPr>
        <p:spPr>
          <a:xfrm>
            <a:off x="4937760" y="1783080"/>
            <a:ext cx="3749040" cy="822960"/>
          </a:xfrm>
          <a:prstGeom prst="rect">
            <a:avLst/>
          </a:prstGeom>
          <a:noFill/>
          <a:ln/>
        </p:spPr>
        <p:txBody>
          <a:bodyPr wrap="square" lIns="91440" tIns="45720" rIns="91440" bIns="45720" rtlCol="0" anchor="ctr"/>
          <a:lstStyle/>
          <a:p>
            <a:r>
              <a:rPr lang="en-US" sz="1200">
                <a:solidFill>
                  <a:srgbClr val="8892A4"/>
                </a:solidFill>
                <a:ea typeface="+mn-lt"/>
                <a:cs typeface="+mn-lt"/>
              </a:rPr>
              <a:t>This solution improves data accessibility, increases reporting accuracy, and enables faster decision-making by providing a single reliable source of marketing data.</a:t>
            </a:r>
            <a:endParaRPr lang="en-US"/>
          </a:p>
        </p:txBody>
      </p:sp>
      <p:sp>
        <p:nvSpPr>
          <p:cNvPr id="18" name="Shape 14"/>
          <p:cNvSpPr/>
          <p:nvPr/>
        </p:nvSpPr>
        <p:spPr>
          <a:xfrm>
            <a:off x="365760" y="3017520"/>
            <a:ext cx="4114800" cy="1554480"/>
          </a:xfrm>
          <a:prstGeom prst="roundRect">
            <a:avLst>
              <a:gd name="adj" fmla="val 5882"/>
            </a:avLst>
          </a:prstGeom>
          <a:solidFill>
            <a:srgbClr val="1A2340"/>
          </a:solidFill>
          <a:ln w="12700">
            <a:solidFill>
              <a:srgbClr val="4FC3F7"/>
            </a:solidFill>
            <a:prstDash val="solid"/>
          </a:ln>
        </p:spPr>
      </p:sp>
      <p:sp>
        <p:nvSpPr>
          <p:cNvPr id="19" name="Shape 15"/>
          <p:cNvSpPr/>
          <p:nvPr/>
        </p:nvSpPr>
        <p:spPr>
          <a:xfrm>
            <a:off x="365760" y="3017520"/>
            <a:ext cx="4114800" cy="365760"/>
          </a:xfrm>
          <a:prstGeom prst="roundRect">
            <a:avLst>
              <a:gd name="adj" fmla="val 25000"/>
            </a:avLst>
          </a:prstGeom>
          <a:solidFill>
            <a:srgbClr val="4FC3F7">
              <a:alpha val="25000"/>
            </a:srgbClr>
          </a:solidFill>
          <a:ln w="12700">
            <a:solidFill>
              <a:srgbClr val="4FC3F7"/>
            </a:solidFill>
            <a:prstDash val="solid"/>
          </a:ln>
        </p:spPr>
      </p:sp>
      <p:sp>
        <p:nvSpPr>
          <p:cNvPr id="20" name="Text 16"/>
          <p:cNvSpPr/>
          <p:nvPr/>
        </p:nvSpPr>
        <p:spPr>
          <a:xfrm>
            <a:off x="548640" y="3063240"/>
            <a:ext cx="3749040" cy="347472"/>
          </a:xfrm>
          <a:prstGeom prst="rect">
            <a:avLst/>
          </a:prstGeom>
          <a:noFill/>
          <a:ln/>
        </p:spPr>
        <p:txBody>
          <a:bodyPr wrap="square" lIns="91440" tIns="45720" rIns="91440" bIns="45720" rtlCol="0" anchor="ctr"/>
          <a:lstStyle/>
          <a:p>
            <a:r>
              <a:rPr lang="en-US" sz="1400">
                <a:solidFill>
                  <a:srgbClr val="4FC3F7"/>
                </a:solidFill>
                <a:ea typeface="+mn-lt"/>
                <a:cs typeface="+mn-lt"/>
              </a:rPr>
              <a:t>Technologies Used</a:t>
            </a:r>
            <a:endParaRPr lang="en-US"/>
          </a:p>
        </p:txBody>
      </p:sp>
      <p:sp>
        <p:nvSpPr>
          <p:cNvPr id="21" name="Text 17"/>
          <p:cNvSpPr/>
          <p:nvPr/>
        </p:nvSpPr>
        <p:spPr>
          <a:xfrm>
            <a:off x="548640" y="3520440"/>
            <a:ext cx="3749040" cy="822960"/>
          </a:xfrm>
          <a:prstGeom prst="rect">
            <a:avLst/>
          </a:prstGeom>
          <a:noFill/>
          <a:ln/>
        </p:spPr>
        <p:txBody>
          <a:bodyPr wrap="square" lIns="91440" tIns="45720" rIns="91440" bIns="45720" rtlCol="0" anchor="ctr"/>
          <a:lstStyle/>
          <a:p>
            <a:r>
              <a:rPr lang="en-US" sz="1200">
                <a:solidFill>
                  <a:srgbClr val="8892A4"/>
                </a:solidFill>
                <a:ea typeface="+mn-lt"/>
                <a:cs typeface="+mn-lt"/>
              </a:rPr>
              <a:t>Python, SQL, Microsoft Azure, Power BI, Marketing APIs</a:t>
            </a:r>
            <a:endParaRPr lang="en-US"/>
          </a:p>
        </p:txBody>
      </p:sp>
      <p:sp>
        <p:nvSpPr>
          <p:cNvPr id="22" name="Shape 18"/>
          <p:cNvSpPr/>
          <p:nvPr/>
        </p:nvSpPr>
        <p:spPr>
          <a:xfrm>
            <a:off x="4754880" y="3017520"/>
            <a:ext cx="4114800" cy="1554480"/>
          </a:xfrm>
          <a:prstGeom prst="roundRect">
            <a:avLst>
              <a:gd name="adj" fmla="val 5882"/>
            </a:avLst>
          </a:prstGeom>
          <a:solidFill>
            <a:srgbClr val="1A2340"/>
          </a:solidFill>
          <a:ln w="12700">
            <a:solidFill>
              <a:srgbClr val="FFB300"/>
            </a:solidFill>
            <a:prstDash val="solid"/>
          </a:ln>
        </p:spPr>
      </p:sp>
      <p:sp>
        <p:nvSpPr>
          <p:cNvPr id="23" name="Shape 19"/>
          <p:cNvSpPr/>
          <p:nvPr/>
        </p:nvSpPr>
        <p:spPr>
          <a:xfrm>
            <a:off x="4754880" y="3017520"/>
            <a:ext cx="4114800" cy="365760"/>
          </a:xfrm>
          <a:prstGeom prst="roundRect">
            <a:avLst>
              <a:gd name="adj" fmla="val 25000"/>
            </a:avLst>
          </a:prstGeom>
          <a:solidFill>
            <a:srgbClr val="FFB300">
              <a:alpha val="25000"/>
            </a:srgbClr>
          </a:solidFill>
          <a:ln w="12700">
            <a:solidFill>
              <a:srgbClr val="FFB300"/>
            </a:solidFill>
            <a:prstDash val="solid"/>
          </a:ln>
        </p:spPr>
      </p:sp>
      <p:sp>
        <p:nvSpPr>
          <p:cNvPr id="24" name="Text 20"/>
          <p:cNvSpPr/>
          <p:nvPr/>
        </p:nvSpPr>
        <p:spPr>
          <a:xfrm>
            <a:off x="4937760" y="3063240"/>
            <a:ext cx="3749040" cy="347472"/>
          </a:xfrm>
          <a:prstGeom prst="rect">
            <a:avLst/>
          </a:prstGeom>
          <a:noFill/>
          <a:ln/>
        </p:spPr>
        <p:txBody>
          <a:bodyPr wrap="square" lIns="91440" tIns="45720" rIns="91440" bIns="45720" rtlCol="0" anchor="ctr"/>
          <a:lstStyle/>
          <a:p>
            <a:r>
              <a:rPr lang="en-US" sz="1400">
                <a:solidFill>
                  <a:srgbClr val="FFB300"/>
                </a:solidFill>
                <a:ea typeface="+mn-lt"/>
                <a:cs typeface="+mn-lt"/>
              </a:rPr>
              <a:t>Expected Outcomes</a:t>
            </a:r>
            <a:endParaRPr lang="en-US"/>
          </a:p>
        </p:txBody>
      </p:sp>
      <p:sp>
        <p:nvSpPr>
          <p:cNvPr id="25" name="Text 21"/>
          <p:cNvSpPr/>
          <p:nvPr/>
        </p:nvSpPr>
        <p:spPr>
          <a:xfrm>
            <a:off x="4937760" y="3520440"/>
            <a:ext cx="3749040" cy="822960"/>
          </a:xfrm>
          <a:prstGeom prst="rect">
            <a:avLst/>
          </a:prstGeom>
          <a:noFill/>
          <a:ln/>
        </p:spPr>
        <p:txBody>
          <a:bodyPr wrap="square" lIns="91440" tIns="45720" rIns="91440" bIns="45720" rtlCol="0" anchor="ctr"/>
          <a:lstStyle/>
          <a:p>
            <a:r>
              <a:rPr lang="en-US" sz="1200">
                <a:solidFill>
                  <a:srgbClr val="8892A4"/>
                </a:solidFill>
                <a:ea typeface="+mn-lt"/>
                <a:cs typeface="+mn-lt"/>
              </a:rPr>
              <a:t>The system enables real-time analytics, improves campaign performance tracking, and helps businesses make data-driven decisions more efficiently.</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lifecycle&#10;&#10;AI-generated content may be incorrect.">
            <a:extLst>
              <a:ext uri="{FF2B5EF4-FFF2-40B4-BE49-F238E27FC236}">
                <a16:creationId xmlns:a16="http://schemas.microsoft.com/office/drawing/2014/main" id="{15195919-FBDD-6F61-939A-A0A3E34487A5}"/>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16CF51C1-FC8C-CD8D-80CC-817E2BDCD8E3}"/>
              </a:ext>
            </a:extLst>
          </p:cNvPr>
          <p:cNvPicPr>
            <a:picLocks noChangeAspect="1"/>
          </p:cNvPicPr>
          <p:nvPr/>
        </p:nvPicPr>
        <p:blipFill>
          <a:blip r:embed="rId3"/>
          <a:stretch>
            <a:fillRect/>
          </a:stretch>
        </p:blipFill>
        <p:spPr>
          <a:xfrm>
            <a:off x="175042" y="154795"/>
            <a:ext cx="658368" cy="658368"/>
          </a:xfrm>
          <a:prstGeom prst="ellipse">
            <a:avLst/>
          </a:prstGeom>
        </p:spPr>
      </p:pic>
      <p:pic>
        <p:nvPicPr>
          <p:cNvPr id="6" name="Image 1" descr="preencoded.png">
            <a:extLst>
              <a:ext uri="{FF2B5EF4-FFF2-40B4-BE49-F238E27FC236}">
                <a16:creationId xmlns:a16="http://schemas.microsoft.com/office/drawing/2014/main" id="{CA856C5A-FC7F-2535-7CB8-F8634C0AED40}"/>
              </a:ext>
            </a:extLst>
          </p:cNvPr>
          <p:cNvPicPr>
            <a:picLocks noChangeAspect="1"/>
          </p:cNvPicPr>
          <p:nvPr/>
        </p:nvPicPr>
        <p:blipFill>
          <a:blip r:embed="rId4"/>
          <a:stretch>
            <a:fillRect/>
          </a:stretch>
        </p:blipFill>
        <p:spPr>
          <a:xfrm>
            <a:off x="8332361" y="154795"/>
            <a:ext cx="658368" cy="658368"/>
          </a:xfrm>
          <a:prstGeom prst="rect">
            <a:avLst/>
          </a:prstGeom>
        </p:spPr>
      </p:pic>
    </p:spTree>
    <p:extLst>
      <p:ext uri="{BB962C8B-B14F-4D97-AF65-F5344CB8AC3E}">
        <p14:creationId xmlns:p14="http://schemas.microsoft.com/office/powerpoint/2010/main" val="3195037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 shot of a computer program&#10;&#10;AI-generated content may be incorrect.">
            <a:extLst>
              <a:ext uri="{FF2B5EF4-FFF2-40B4-BE49-F238E27FC236}">
                <a16:creationId xmlns:a16="http://schemas.microsoft.com/office/drawing/2014/main" id="{EDE7147F-21C3-6916-ED2B-FBC90534D39E}"/>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D64B2490-8911-721C-A3B7-34ACCF14079C}"/>
              </a:ext>
            </a:extLst>
          </p:cNvPr>
          <p:cNvPicPr>
            <a:picLocks noChangeAspect="1"/>
          </p:cNvPicPr>
          <p:nvPr/>
        </p:nvPicPr>
        <p:blipFill>
          <a:blip r:embed="rId3"/>
          <a:stretch>
            <a:fillRect/>
          </a:stretch>
        </p:blipFill>
        <p:spPr>
          <a:xfrm>
            <a:off x="82513" y="388838"/>
            <a:ext cx="658368" cy="658368"/>
          </a:xfrm>
          <a:prstGeom prst="ellipse">
            <a:avLst/>
          </a:prstGeom>
        </p:spPr>
      </p:pic>
      <p:pic>
        <p:nvPicPr>
          <p:cNvPr id="6" name="Image 1" descr="preencoded.png">
            <a:extLst>
              <a:ext uri="{FF2B5EF4-FFF2-40B4-BE49-F238E27FC236}">
                <a16:creationId xmlns:a16="http://schemas.microsoft.com/office/drawing/2014/main" id="{15897BE9-BBAD-422D-6F58-3A0D97ECA08F}"/>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497967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77898A-A04E-8BC6-9C1B-6EA9CB3FA48F}"/>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AAD83E3C-C0A6-A690-1CA6-9E9FDF21E196}"/>
              </a:ext>
            </a:extLst>
          </p:cNvPr>
          <p:cNvPicPr>
            <a:picLocks noChangeAspect="1"/>
          </p:cNvPicPr>
          <p:nvPr/>
        </p:nvPicPr>
        <p:blipFill>
          <a:blip r:embed="rId3"/>
          <a:stretch>
            <a:fillRect/>
          </a:stretch>
        </p:blipFill>
        <p:spPr>
          <a:xfrm>
            <a:off x="120613" y="192895"/>
            <a:ext cx="658368" cy="658368"/>
          </a:xfrm>
          <a:prstGeom prst="ellipse">
            <a:avLst/>
          </a:prstGeom>
        </p:spPr>
      </p:pic>
      <p:pic>
        <p:nvPicPr>
          <p:cNvPr id="6" name="Image 1" descr="preencoded.png">
            <a:extLst>
              <a:ext uri="{FF2B5EF4-FFF2-40B4-BE49-F238E27FC236}">
                <a16:creationId xmlns:a16="http://schemas.microsoft.com/office/drawing/2014/main" id="{AD3ADAF7-424C-400B-492F-8CCC657E829F}"/>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2867981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8D4DF1-CE28-DA54-DDB9-203C8F9D1749}"/>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9CC18673-AE2B-B813-EF1D-534738AF2C4A}"/>
              </a:ext>
            </a:extLst>
          </p:cNvPr>
          <p:cNvPicPr>
            <a:picLocks noChangeAspect="1"/>
          </p:cNvPicPr>
          <p:nvPr/>
        </p:nvPicPr>
        <p:blipFill>
          <a:blip r:embed="rId3"/>
          <a:stretch>
            <a:fillRect/>
          </a:stretch>
        </p:blipFill>
        <p:spPr>
          <a:xfrm>
            <a:off x="120613" y="192895"/>
            <a:ext cx="658368" cy="658368"/>
          </a:xfrm>
          <a:prstGeom prst="ellipse">
            <a:avLst/>
          </a:prstGeom>
        </p:spPr>
      </p:pic>
      <p:pic>
        <p:nvPicPr>
          <p:cNvPr id="6" name="Image 1" descr="preencoded.png">
            <a:extLst>
              <a:ext uri="{FF2B5EF4-FFF2-40B4-BE49-F238E27FC236}">
                <a16:creationId xmlns:a16="http://schemas.microsoft.com/office/drawing/2014/main" id="{BCB8794B-D9D9-9DE9-9337-1168177B2ED9}"/>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1960922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6">
    <p:bg>
      <p:bgPr>
        <a:solidFill>
          <a:srgbClr val="0A0E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4" name="Text 0"/>
          <p:cNvSpPr/>
          <p:nvPr/>
        </p:nvSpPr>
        <p:spPr>
          <a:xfrm>
            <a:off x="1023256" y="274320"/>
            <a:ext cx="3914503" cy="685800"/>
          </a:xfrm>
          <a:prstGeom prst="rect">
            <a:avLst/>
          </a:prstGeom>
          <a:noFill/>
          <a:ln/>
        </p:spPr>
        <p:txBody>
          <a:bodyPr wrap="square" rtlCol="0" anchor="ctr"/>
          <a:lstStyle/>
          <a:p>
            <a:pPr marL="0" indent="0">
              <a:buNone/>
            </a:pPr>
            <a:r>
              <a:rPr lang="en-US" sz="3600" b="1">
                <a:solidFill>
                  <a:srgbClr val="F1F5FB"/>
                </a:solidFill>
                <a:latin typeface="Calibri" pitchFamily="34" charset="0"/>
                <a:ea typeface="Calibri" pitchFamily="34" charset="-122"/>
                <a:cs typeface="Calibri" pitchFamily="34" charset="-120"/>
              </a:rPr>
              <a:t>System</a:t>
            </a:r>
            <a:endParaRPr lang="en-US" sz="3600"/>
          </a:p>
        </p:txBody>
      </p:sp>
      <p:sp>
        <p:nvSpPr>
          <p:cNvPr id="5" name="Text 1"/>
          <p:cNvSpPr/>
          <p:nvPr/>
        </p:nvSpPr>
        <p:spPr>
          <a:xfrm>
            <a:off x="1024345" y="919842"/>
            <a:ext cx="2471058" cy="620488"/>
          </a:xfrm>
          <a:prstGeom prst="rect">
            <a:avLst/>
          </a:prstGeom>
          <a:noFill/>
          <a:ln/>
        </p:spPr>
        <p:txBody>
          <a:bodyPr wrap="square" rtlCol="0" anchor="ctr"/>
          <a:lstStyle/>
          <a:p>
            <a:pPr marL="0" indent="0">
              <a:buNone/>
            </a:pPr>
            <a:r>
              <a:rPr lang="en-US" sz="3600" b="1">
                <a:solidFill>
                  <a:srgbClr val="6C63FF"/>
                </a:solidFill>
                <a:latin typeface="Calibri" pitchFamily="34" charset="0"/>
                <a:ea typeface="Calibri" pitchFamily="34" charset="-122"/>
                <a:cs typeface="Calibri" pitchFamily="34" charset="-120"/>
              </a:rPr>
              <a:t>Design</a:t>
            </a:r>
            <a:endParaRPr lang="en-US" sz="3600"/>
          </a:p>
        </p:txBody>
      </p:sp>
      <p:sp>
        <p:nvSpPr>
          <p:cNvPr id="6" name="Shape 2"/>
          <p:cNvSpPr/>
          <p:nvPr/>
        </p:nvSpPr>
        <p:spPr>
          <a:xfrm>
            <a:off x="436517" y="1920240"/>
            <a:ext cx="2468880" cy="2560320"/>
          </a:xfrm>
          <a:prstGeom prst="roundRect">
            <a:avLst>
              <a:gd name="adj" fmla="val 3704"/>
            </a:avLst>
          </a:prstGeom>
          <a:solidFill>
            <a:srgbClr val="141B2D"/>
          </a:solidFill>
          <a:ln w="19050">
            <a:solidFill>
              <a:srgbClr val="4FC3F7"/>
            </a:solidFill>
            <a:prstDash val="solid"/>
          </a:ln>
        </p:spPr>
      </p:sp>
      <p:sp>
        <p:nvSpPr>
          <p:cNvPr id="7" name="Shape 3"/>
          <p:cNvSpPr/>
          <p:nvPr/>
        </p:nvSpPr>
        <p:spPr>
          <a:xfrm>
            <a:off x="1143000" y="2057400"/>
            <a:ext cx="914400" cy="914400"/>
          </a:xfrm>
          <a:prstGeom prst="ellipse">
            <a:avLst/>
          </a:prstGeom>
          <a:solidFill>
            <a:srgbClr val="4FC3F7">
              <a:alpha val="20000"/>
            </a:srgbClr>
          </a:solidFill>
          <a:ln w="12700">
            <a:solidFill>
              <a:srgbClr val="4FC3F7"/>
            </a:solidFill>
            <a:prstDash val="solid"/>
          </a:ln>
        </p:spPr>
      </p:sp>
      <p:sp>
        <p:nvSpPr>
          <p:cNvPr id="8" name="Text 4"/>
          <p:cNvSpPr/>
          <p:nvPr/>
        </p:nvSpPr>
        <p:spPr>
          <a:xfrm>
            <a:off x="365760" y="3154680"/>
            <a:ext cx="2468880" cy="411480"/>
          </a:xfrm>
          <a:prstGeom prst="rect">
            <a:avLst/>
          </a:prstGeom>
          <a:noFill/>
          <a:ln/>
        </p:spPr>
        <p:txBody>
          <a:bodyPr wrap="square" lIns="91440" tIns="45720" rIns="91440" bIns="45720" rtlCol="0" anchor="ctr"/>
          <a:lstStyle/>
          <a:p>
            <a:pPr algn="ctr"/>
            <a:r>
              <a:rPr lang="en-US" sz="1400">
                <a:solidFill>
                  <a:srgbClr val="4FC3F7"/>
                </a:solidFill>
                <a:ea typeface="+mn-lt"/>
                <a:cs typeface="+mn-lt"/>
              </a:rPr>
              <a:t>Data Sources</a:t>
            </a:r>
            <a:endParaRPr lang="en-US"/>
          </a:p>
        </p:txBody>
      </p:sp>
      <p:sp>
        <p:nvSpPr>
          <p:cNvPr id="9" name="Text 5"/>
          <p:cNvSpPr/>
          <p:nvPr/>
        </p:nvSpPr>
        <p:spPr>
          <a:xfrm>
            <a:off x="365760" y="3566160"/>
            <a:ext cx="2468880" cy="640080"/>
          </a:xfrm>
          <a:prstGeom prst="rect">
            <a:avLst/>
          </a:prstGeom>
          <a:noFill/>
          <a:ln/>
        </p:spPr>
        <p:txBody>
          <a:bodyPr wrap="square" lIns="91440" tIns="45720" rIns="91440" bIns="45720" rtlCol="0" anchor="ctr"/>
          <a:lstStyle/>
          <a:p>
            <a:pPr marL="285750" indent="-285750" algn="ctr">
              <a:buFont typeface="Arial"/>
              <a:buChar char="•"/>
            </a:pPr>
            <a:r>
              <a:rPr lang="en-US" sz="1100">
                <a:solidFill>
                  <a:srgbClr val="8892A4"/>
                </a:solidFill>
                <a:ea typeface="+mn-lt"/>
                <a:cs typeface="+mn-lt"/>
              </a:rPr>
              <a:t>Social Media APIs </a:t>
            </a:r>
            <a:endParaRPr lang="en-US"/>
          </a:p>
          <a:p>
            <a:pPr marL="285750" indent="-285750" algn="ctr">
              <a:buFont typeface="Arial"/>
              <a:buChar char="•"/>
            </a:pPr>
            <a:r>
              <a:rPr lang="en-US" sz="1100">
                <a:solidFill>
                  <a:srgbClr val="8892A4"/>
                </a:solidFill>
                <a:ea typeface="+mn-lt"/>
                <a:cs typeface="+mn-lt"/>
              </a:rPr>
              <a:t>Search Engine Data </a:t>
            </a:r>
            <a:endParaRPr lang="en-US"/>
          </a:p>
          <a:p>
            <a:pPr marL="285750" indent="-285750" algn="ctr">
              <a:buFont typeface="Arial"/>
              <a:buChar char="•"/>
            </a:pPr>
            <a:r>
              <a:rPr lang="en-US" sz="1100">
                <a:solidFill>
                  <a:srgbClr val="8892A4"/>
                </a:solidFill>
                <a:ea typeface="+mn-lt"/>
                <a:cs typeface="+mn-lt"/>
              </a:rPr>
              <a:t>Campaign Analytics</a:t>
            </a:r>
            <a:endParaRPr lang="en-US"/>
          </a:p>
          <a:p>
            <a:pPr marL="0" indent="0" algn="ctr">
              <a:buNone/>
            </a:pPr>
            <a:endParaRPr lang="en-US" sz="1100">
              <a:solidFill>
                <a:srgbClr val="8892A4"/>
              </a:solidFill>
              <a:ea typeface="Calibri"/>
              <a:cs typeface="Calibri"/>
            </a:endParaRPr>
          </a:p>
        </p:txBody>
      </p:sp>
      <p:sp>
        <p:nvSpPr>
          <p:cNvPr id="10" name="Shape 6"/>
          <p:cNvSpPr/>
          <p:nvPr/>
        </p:nvSpPr>
        <p:spPr>
          <a:xfrm>
            <a:off x="2834640" y="3200400"/>
            <a:ext cx="365760" cy="0"/>
          </a:xfrm>
          <a:prstGeom prst="line">
            <a:avLst/>
          </a:prstGeom>
          <a:noFill/>
          <a:ln w="25400">
            <a:solidFill>
              <a:srgbClr val="1E2D4A"/>
            </a:solidFill>
            <a:prstDash val="solid"/>
          </a:ln>
        </p:spPr>
      </p:sp>
      <p:sp>
        <p:nvSpPr>
          <p:cNvPr id="11" name="Shape 7"/>
          <p:cNvSpPr/>
          <p:nvPr/>
        </p:nvSpPr>
        <p:spPr>
          <a:xfrm>
            <a:off x="3200400" y="1920240"/>
            <a:ext cx="2468880" cy="2560320"/>
          </a:xfrm>
          <a:prstGeom prst="roundRect">
            <a:avLst>
              <a:gd name="adj" fmla="val 3704"/>
            </a:avLst>
          </a:prstGeom>
          <a:solidFill>
            <a:srgbClr val="141B2D"/>
          </a:solidFill>
          <a:ln w="19050">
            <a:solidFill>
              <a:srgbClr val="6C63FF"/>
            </a:solidFill>
            <a:prstDash val="solid"/>
          </a:ln>
        </p:spPr>
      </p:sp>
      <p:sp>
        <p:nvSpPr>
          <p:cNvPr id="12" name="Shape 8"/>
          <p:cNvSpPr/>
          <p:nvPr/>
        </p:nvSpPr>
        <p:spPr>
          <a:xfrm>
            <a:off x="3977640" y="2057400"/>
            <a:ext cx="914400" cy="914400"/>
          </a:xfrm>
          <a:prstGeom prst="ellipse">
            <a:avLst/>
          </a:prstGeom>
          <a:solidFill>
            <a:srgbClr val="6C63FF">
              <a:alpha val="20000"/>
            </a:srgbClr>
          </a:solidFill>
          <a:ln w="12700">
            <a:solidFill>
              <a:srgbClr val="6C63FF"/>
            </a:solidFill>
            <a:prstDash val="solid"/>
          </a:ln>
        </p:spPr>
      </p:sp>
      <p:sp>
        <p:nvSpPr>
          <p:cNvPr id="13" name="Text 9"/>
          <p:cNvSpPr/>
          <p:nvPr/>
        </p:nvSpPr>
        <p:spPr>
          <a:xfrm>
            <a:off x="3200400" y="3154680"/>
            <a:ext cx="2468880" cy="411480"/>
          </a:xfrm>
          <a:prstGeom prst="rect">
            <a:avLst/>
          </a:prstGeom>
          <a:noFill/>
          <a:ln/>
        </p:spPr>
        <p:txBody>
          <a:bodyPr wrap="square" lIns="91440" tIns="45720" rIns="91440" bIns="45720" rtlCol="0" anchor="ctr"/>
          <a:lstStyle/>
          <a:p>
            <a:pPr algn="ctr"/>
            <a:r>
              <a:rPr lang="en-US" sz="1400">
                <a:solidFill>
                  <a:srgbClr val="6C63FF"/>
                </a:solidFill>
                <a:ea typeface="+mn-lt"/>
                <a:cs typeface="+mn-lt"/>
              </a:rPr>
              <a:t>ETL Pipeline</a:t>
            </a:r>
            <a:endParaRPr lang="en-US"/>
          </a:p>
        </p:txBody>
      </p:sp>
      <p:sp>
        <p:nvSpPr>
          <p:cNvPr id="14" name="Text 10"/>
          <p:cNvSpPr/>
          <p:nvPr/>
        </p:nvSpPr>
        <p:spPr>
          <a:xfrm>
            <a:off x="3200400" y="3566160"/>
            <a:ext cx="2468880" cy="841465"/>
          </a:xfrm>
          <a:prstGeom prst="rect">
            <a:avLst/>
          </a:prstGeom>
          <a:noFill/>
          <a:ln/>
        </p:spPr>
        <p:txBody>
          <a:bodyPr wrap="square" lIns="91440" tIns="45720" rIns="91440" bIns="45720" rtlCol="0" anchor="ctr"/>
          <a:lstStyle/>
          <a:p>
            <a:pPr marL="285750" indent="-285750" algn="ctr">
              <a:buFont typeface="Arial"/>
              <a:buChar char="•"/>
            </a:pPr>
            <a:r>
              <a:rPr lang="en-US" sz="1100">
                <a:solidFill>
                  <a:srgbClr val="8892A4"/>
                </a:solidFill>
                <a:ea typeface="+mn-lt"/>
                <a:cs typeface="+mn-lt"/>
              </a:rPr>
              <a:t>Data Extraction </a:t>
            </a:r>
            <a:endParaRPr lang="en-US">
              <a:ea typeface="Calibri" panose="020F0502020204030204"/>
              <a:cs typeface="Calibri" panose="020F0502020204030204"/>
            </a:endParaRPr>
          </a:p>
          <a:p>
            <a:pPr marL="285750" indent="-285750" algn="ctr">
              <a:buFont typeface="Arial"/>
              <a:buChar char="•"/>
            </a:pPr>
            <a:r>
              <a:rPr lang="en-US" sz="1100">
                <a:solidFill>
                  <a:srgbClr val="8892A4"/>
                </a:solidFill>
                <a:ea typeface="+mn-lt"/>
                <a:cs typeface="+mn-lt"/>
              </a:rPr>
              <a:t>Data Cleaning </a:t>
            </a:r>
            <a:endParaRPr lang="en-US"/>
          </a:p>
          <a:p>
            <a:pPr marL="285750" indent="-285750" algn="ctr">
              <a:buFont typeface="Arial"/>
              <a:buChar char="•"/>
            </a:pPr>
            <a:r>
              <a:rPr lang="en-US" sz="1100">
                <a:solidFill>
                  <a:srgbClr val="8892A4"/>
                </a:solidFill>
                <a:ea typeface="+mn-lt"/>
                <a:cs typeface="+mn-lt"/>
              </a:rPr>
              <a:t>Data Transformation</a:t>
            </a:r>
            <a:endParaRPr lang="en-US"/>
          </a:p>
          <a:p>
            <a:pPr marL="0" indent="0" algn="ctr">
              <a:buNone/>
            </a:pPr>
            <a:endParaRPr lang="en-US" sz="1100">
              <a:solidFill>
                <a:srgbClr val="8892A4"/>
              </a:solidFill>
              <a:ea typeface="Calibri"/>
              <a:cs typeface="Calibri"/>
            </a:endParaRPr>
          </a:p>
        </p:txBody>
      </p:sp>
      <p:sp>
        <p:nvSpPr>
          <p:cNvPr id="15" name="Shape 11"/>
          <p:cNvSpPr/>
          <p:nvPr/>
        </p:nvSpPr>
        <p:spPr>
          <a:xfrm>
            <a:off x="5669280" y="3200400"/>
            <a:ext cx="365760" cy="0"/>
          </a:xfrm>
          <a:prstGeom prst="line">
            <a:avLst/>
          </a:prstGeom>
          <a:noFill/>
          <a:ln w="25400">
            <a:solidFill>
              <a:srgbClr val="1E2D4A"/>
            </a:solidFill>
            <a:prstDash val="solid"/>
          </a:ln>
        </p:spPr>
      </p:sp>
      <p:sp>
        <p:nvSpPr>
          <p:cNvPr id="16" name="Shape 12"/>
          <p:cNvSpPr/>
          <p:nvPr/>
        </p:nvSpPr>
        <p:spPr>
          <a:xfrm>
            <a:off x="6035040" y="1920240"/>
            <a:ext cx="2468880" cy="2560320"/>
          </a:xfrm>
          <a:prstGeom prst="roundRect">
            <a:avLst>
              <a:gd name="adj" fmla="val 3704"/>
            </a:avLst>
          </a:prstGeom>
          <a:solidFill>
            <a:srgbClr val="141B2D"/>
          </a:solidFill>
          <a:ln w="19050">
            <a:solidFill>
              <a:srgbClr val="00E676"/>
            </a:solidFill>
            <a:prstDash val="solid"/>
          </a:ln>
        </p:spPr>
      </p:sp>
      <p:sp>
        <p:nvSpPr>
          <p:cNvPr id="17" name="Shape 13"/>
          <p:cNvSpPr/>
          <p:nvPr/>
        </p:nvSpPr>
        <p:spPr>
          <a:xfrm>
            <a:off x="6812280" y="2057400"/>
            <a:ext cx="914400" cy="914400"/>
          </a:xfrm>
          <a:prstGeom prst="ellipse">
            <a:avLst/>
          </a:prstGeom>
          <a:solidFill>
            <a:srgbClr val="00E676">
              <a:alpha val="20000"/>
            </a:srgbClr>
          </a:solidFill>
          <a:ln w="12700">
            <a:solidFill>
              <a:srgbClr val="00E676"/>
            </a:solidFill>
            <a:prstDash val="solid"/>
          </a:ln>
        </p:spPr>
      </p:sp>
      <p:sp>
        <p:nvSpPr>
          <p:cNvPr id="18" name="Text 14"/>
          <p:cNvSpPr/>
          <p:nvPr/>
        </p:nvSpPr>
        <p:spPr>
          <a:xfrm>
            <a:off x="6035040" y="3154680"/>
            <a:ext cx="2468880" cy="411480"/>
          </a:xfrm>
          <a:prstGeom prst="rect">
            <a:avLst/>
          </a:prstGeom>
          <a:noFill/>
          <a:ln/>
        </p:spPr>
        <p:txBody>
          <a:bodyPr wrap="square" lIns="91440" tIns="45720" rIns="91440" bIns="45720" rtlCol="0" anchor="ctr"/>
          <a:lstStyle/>
          <a:p>
            <a:pPr algn="ctr"/>
            <a:r>
              <a:rPr lang="en-US" sz="1400">
                <a:solidFill>
                  <a:srgbClr val="00E676"/>
                </a:solidFill>
                <a:ea typeface="+mn-lt"/>
                <a:cs typeface="+mn-lt"/>
              </a:rPr>
              <a:t>Data Warehouse</a:t>
            </a:r>
            <a:endParaRPr lang="en-US"/>
          </a:p>
        </p:txBody>
      </p:sp>
      <p:sp>
        <p:nvSpPr>
          <p:cNvPr id="19" name="Text 15"/>
          <p:cNvSpPr/>
          <p:nvPr/>
        </p:nvSpPr>
        <p:spPr>
          <a:xfrm>
            <a:off x="6045925" y="3566160"/>
            <a:ext cx="2419895" cy="732608"/>
          </a:xfrm>
          <a:prstGeom prst="rect">
            <a:avLst/>
          </a:prstGeom>
          <a:noFill/>
          <a:ln/>
        </p:spPr>
        <p:txBody>
          <a:bodyPr wrap="square" lIns="91440" tIns="45720" rIns="91440" bIns="45720" rtlCol="0" anchor="ctr"/>
          <a:lstStyle/>
          <a:p>
            <a:pPr marL="285750" indent="-285750" algn="ctr">
              <a:buFont typeface="Arial"/>
              <a:buChar char="•"/>
            </a:pPr>
            <a:r>
              <a:rPr lang="en-US" sz="1100">
                <a:solidFill>
                  <a:srgbClr val="8892A4"/>
                </a:solidFill>
                <a:ea typeface="+mn-lt"/>
                <a:cs typeface="+mn-lt"/>
              </a:rPr>
              <a:t>Staging Tables </a:t>
            </a:r>
            <a:endParaRPr lang="en-US"/>
          </a:p>
          <a:p>
            <a:pPr marL="285750" indent="-285750" algn="ctr">
              <a:buFont typeface="Arial"/>
              <a:buChar char="•"/>
            </a:pPr>
            <a:r>
              <a:rPr lang="en-US" sz="1100">
                <a:solidFill>
                  <a:srgbClr val="8892A4"/>
                </a:solidFill>
                <a:ea typeface="+mn-lt"/>
                <a:cs typeface="+mn-lt"/>
              </a:rPr>
              <a:t>Star Schema </a:t>
            </a:r>
            <a:endParaRPr lang="en-US"/>
          </a:p>
          <a:p>
            <a:pPr marL="285750" indent="-285750" algn="ctr">
              <a:buFont typeface="Arial"/>
              <a:buChar char="•"/>
            </a:pPr>
            <a:r>
              <a:rPr lang="en-US" sz="1100">
                <a:solidFill>
                  <a:srgbClr val="8892A4"/>
                </a:solidFill>
                <a:ea typeface="+mn-lt"/>
                <a:cs typeface="+mn-lt"/>
              </a:rPr>
              <a:t>Microsoft Azure Storage</a:t>
            </a:r>
            <a:endParaRPr lang="en-US"/>
          </a:p>
          <a:p>
            <a:pPr marL="0" indent="0" algn="ctr">
              <a:buNone/>
            </a:pPr>
            <a:endParaRPr lang="en-US" sz="1100">
              <a:solidFill>
                <a:srgbClr val="8892A4"/>
              </a:solidFill>
              <a:ea typeface="Calibri"/>
              <a:cs typeface="Calibri"/>
            </a:endParaRPr>
          </a:p>
        </p:txBody>
      </p:sp>
      <p:sp>
        <p:nvSpPr>
          <p:cNvPr id="20" name="Shape 16"/>
          <p:cNvSpPr/>
          <p:nvPr/>
        </p:nvSpPr>
        <p:spPr>
          <a:xfrm>
            <a:off x="5349240" y="169743"/>
            <a:ext cx="2926080" cy="1508760"/>
          </a:xfrm>
          <a:prstGeom prst="roundRect">
            <a:avLst>
              <a:gd name="adj" fmla="val 6061"/>
            </a:avLst>
          </a:prstGeom>
          <a:solidFill>
            <a:srgbClr val="141B2D"/>
          </a:solidFill>
          <a:ln w="12700">
            <a:solidFill>
              <a:srgbClr val="1E2D4A"/>
            </a:solidFill>
            <a:prstDash val="solid"/>
          </a:ln>
        </p:spPr>
        <p:txBody>
          <a:bodyPr/>
          <a:lstStyle/>
          <a:p>
            <a:endParaRPr lang="en-US"/>
          </a:p>
        </p:txBody>
      </p:sp>
      <p:sp>
        <p:nvSpPr>
          <p:cNvPr id="21" name="Text 17"/>
          <p:cNvSpPr/>
          <p:nvPr/>
        </p:nvSpPr>
        <p:spPr>
          <a:xfrm>
            <a:off x="6080760" y="365760"/>
            <a:ext cx="2651760" cy="347472"/>
          </a:xfrm>
          <a:prstGeom prst="rect">
            <a:avLst/>
          </a:prstGeom>
          <a:noFill/>
          <a:ln/>
        </p:spPr>
        <p:txBody>
          <a:bodyPr wrap="square" rtlCol="0" anchor="ctr"/>
          <a:lstStyle/>
          <a:p>
            <a:pPr marL="0" indent="0">
              <a:buNone/>
            </a:pPr>
            <a:r>
              <a:rPr lang="en-US" sz="1300" b="1">
                <a:solidFill>
                  <a:srgbClr val="6C63FF"/>
                </a:solidFill>
                <a:latin typeface="Calibri" pitchFamily="34" charset="0"/>
                <a:ea typeface="Calibri" pitchFamily="34" charset="-122"/>
                <a:cs typeface="Calibri" pitchFamily="34" charset="-120"/>
              </a:rPr>
              <a:t>1. </a:t>
            </a:r>
            <a:r>
              <a:rPr lang="en-US" sz="1300">
                <a:solidFill>
                  <a:srgbClr val="F1F5FB"/>
                </a:solidFill>
                <a:latin typeface="Calibri" pitchFamily="34" charset="0"/>
                <a:ea typeface="Calibri" pitchFamily="34" charset="-122"/>
                <a:cs typeface="Calibri" pitchFamily="34" charset="-120"/>
              </a:rPr>
              <a:t>Architecture</a:t>
            </a:r>
            <a:endParaRPr lang="en-US" sz="1300"/>
          </a:p>
        </p:txBody>
      </p:sp>
      <p:sp>
        <p:nvSpPr>
          <p:cNvPr id="22" name="Text 18"/>
          <p:cNvSpPr/>
          <p:nvPr/>
        </p:nvSpPr>
        <p:spPr>
          <a:xfrm>
            <a:off x="6080760" y="777240"/>
            <a:ext cx="2651760" cy="347472"/>
          </a:xfrm>
          <a:prstGeom prst="rect">
            <a:avLst/>
          </a:prstGeom>
          <a:noFill/>
          <a:ln/>
        </p:spPr>
        <p:txBody>
          <a:bodyPr wrap="square" rtlCol="0" anchor="ctr"/>
          <a:lstStyle/>
          <a:p>
            <a:pPr marL="0" indent="0">
              <a:buNone/>
            </a:pPr>
            <a:r>
              <a:rPr lang="en-US" sz="1300" b="1">
                <a:solidFill>
                  <a:srgbClr val="6C63FF"/>
                </a:solidFill>
                <a:latin typeface="Calibri" pitchFamily="34" charset="0"/>
                <a:ea typeface="Calibri" pitchFamily="34" charset="-122"/>
                <a:cs typeface="Calibri" pitchFamily="34" charset="-120"/>
              </a:rPr>
              <a:t>2. </a:t>
            </a:r>
            <a:r>
              <a:rPr lang="en-US" sz="1300">
                <a:solidFill>
                  <a:srgbClr val="F1F5FB"/>
                </a:solidFill>
                <a:latin typeface="Calibri" pitchFamily="34" charset="0"/>
                <a:ea typeface="Calibri" pitchFamily="34" charset="-122"/>
                <a:cs typeface="Calibri" pitchFamily="34" charset="-120"/>
              </a:rPr>
              <a:t>Components</a:t>
            </a:r>
            <a:endParaRPr lang="en-US" sz="1300"/>
          </a:p>
        </p:txBody>
      </p:sp>
      <p:sp>
        <p:nvSpPr>
          <p:cNvPr id="23" name="Text 19"/>
          <p:cNvSpPr/>
          <p:nvPr/>
        </p:nvSpPr>
        <p:spPr>
          <a:xfrm>
            <a:off x="6080760" y="1188720"/>
            <a:ext cx="2651760" cy="347472"/>
          </a:xfrm>
          <a:prstGeom prst="rect">
            <a:avLst/>
          </a:prstGeom>
          <a:noFill/>
          <a:ln/>
        </p:spPr>
        <p:txBody>
          <a:bodyPr wrap="square" rtlCol="0" anchor="ctr"/>
          <a:lstStyle/>
          <a:p>
            <a:pPr marL="0" indent="0">
              <a:buNone/>
            </a:pPr>
            <a:r>
              <a:rPr lang="en-US" sz="1300" b="1">
                <a:solidFill>
                  <a:srgbClr val="6C63FF"/>
                </a:solidFill>
                <a:latin typeface="Calibri" pitchFamily="34" charset="0"/>
                <a:ea typeface="Calibri" pitchFamily="34" charset="-122"/>
                <a:cs typeface="Calibri" pitchFamily="34" charset="-120"/>
              </a:rPr>
              <a:t>3. </a:t>
            </a:r>
            <a:r>
              <a:rPr lang="en-US" sz="1300">
                <a:solidFill>
                  <a:srgbClr val="F1F5FB"/>
                </a:solidFill>
                <a:latin typeface="Calibri" pitchFamily="34" charset="0"/>
                <a:ea typeface="Calibri" pitchFamily="34" charset="-122"/>
                <a:cs typeface="Calibri" pitchFamily="34" charset="-120"/>
              </a:rPr>
              <a:t>Data Flow</a:t>
            </a:r>
            <a:endParaRPr lang="en-US" sz="13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data storage&#10;&#10;AI-generated content may be incorrect.">
            <a:extLst>
              <a:ext uri="{FF2B5EF4-FFF2-40B4-BE49-F238E27FC236}">
                <a16:creationId xmlns:a16="http://schemas.microsoft.com/office/drawing/2014/main" id="{8AC02BE2-9461-F88C-07DE-3886616C5E4E}"/>
              </a:ext>
            </a:extLst>
          </p:cNvPr>
          <p:cNvPicPr>
            <a:picLocks noChangeAspect="1"/>
          </p:cNvPicPr>
          <p:nvPr/>
        </p:nvPicPr>
        <p:blipFill>
          <a:blip r:embed="rId2"/>
          <a:stretch>
            <a:fillRect/>
          </a:stretch>
        </p:blipFill>
        <p:spPr>
          <a:xfrm>
            <a:off x="2429" y="0"/>
            <a:ext cx="9139141" cy="5143500"/>
          </a:xfrm>
          <a:prstGeom prst="rect">
            <a:avLst/>
          </a:prstGeom>
        </p:spPr>
      </p:pic>
      <p:pic>
        <p:nvPicPr>
          <p:cNvPr id="4" name="Image 0" descr="preencoded.png">
            <a:extLst>
              <a:ext uri="{FF2B5EF4-FFF2-40B4-BE49-F238E27FC236}">
                <a16:creationId xmlns:a16="http://schemas.microsoft.com/office/drawing/2014/main" id="{A7CDB668-9B67-8BFF-ABED-CCEC297C7248}"/>
              </a:ext>
            </a:extLst>
          </p:cNvPr>
          <p:cNvPicPr>
            <a:picLocks noChangeAspect="1"/>
          </p:cNvPicPr>
          <p:nvPr/>
        </p:nvPicPr>
        <p:blipFill>
          <a:blip r:embed="rId3"/>
          <a:stretch>
            <a:fillRect/>
          </a:stretch>
        </p:blipFill>
        <p:spPr>
          <a:xfrm>
            <a:off x="71628" y="2395"/>
            <a:ext cx="565840" cy="565840"/>
          </a:xfrm>
          <a:prstGeom prst="ellipse">
            <a:avLst/>
          </a:prstGeom>
        </p:spPr>
      </p:pic>
      <p:pic>
        <p:nvPicPr>
          <p:cNvPr id="6" name="Image 1" descr="preencoded.png">
            <a:extLst>
              <a:ext uri="{FF2B5EF4-FFF2-40B4-BE49-F238E27FC236}">
                <a16:creationId xmlns:a16="http://schemas.microsoft.com/office/drawing/2014/main" id="{39005B41-2E23-40CE-1D0D-F245415B25F4}"/>
              </a:ext>
            </a:extLst>
          </p:cNvPr>
          <p:cNvPicPr>
            <a:picLocks noChangeAspect="1"/>
          </p:cNvPicPr>
          <p:nvPr/>
        </p:nvPicPr>
        <p:blipFill>
          <a:blip r:embed="rId4"/>
          <a:stretch>
            <a:fillRect/>
          </a:stretch>
        </p:blipFill>
        <p:spPr>
          <a:xfrm>
            <a:off x="8501089" y="2394"/>
            <a:ext cx="538626" cy="516855"/>
          </a:xfrm>
          <a:prstGeom prst="rect">
            <a:avLst/>
          </a:prstGeom>
        </p:spPr>
      </p:pic>
      <p:pic>
        <p:nvPicPr>
          <p:cNvPr id="3" name="Picture 2">
            <a:extLst>
              <a:ext uri="{FF2B5EF4-FFF2-40B4-BE49-F238E27FC236}">
                <a16:creationId xmlns:a16="http://schemas.microsoft.com/office/drawing/2014/main" id="{930A2252-F7FA-CA7D-65CE-17418B5FC2AB}"/>
              </a:ext>
            </a:extLst>
          </p:cNvPr>
          <p:cNvPicPr>
            <a:picLocks noChangeAspect="1"/>
          </p:cNvPicPr>
          <p:nvPr/>
        </p:nvPicPr>
        <p:blipFill>
          <a:blip r:embed="rId5"/>
          <a:stretch>
            <a:fillRect/>
          </a:stretch>
        </p:blipFill>
        <p:spPr>
          <a:xfrm>
            <a:off x="2429" y="0"/>
            <a:ext cx="9139141" cy="5143500"/>
          </a:xfrm>
          <a:prstGeom prst="rect">
            <a:avLst/>
          </a:prstGeom>
        </p:spPr>
      </p:pic>
      <p:pic>
        <p:nvPicPr>
          <p:cNvPr id="7" name="Image 0" descr="preencoded.png">
            <a:extLst>
              <a:ext uri="{FF2B5EF4-FFF2-40B4-BE49-F238E27FC236}">
                <a16:creationId xmlns:a16="http://schemas.microsoft.com/office/drawing/2014/main" id="{2D26C8EF-16CE-C0A0-0D4C-E13D23D83A7E}"/>
              </a:ext>
            </a:extLst>
          </p:cNvPr>
          <p:cNvPicPr>
            <a:picLocks noChangeAspect="1"/>
          </p:cNvPicPr>
          <p:nvPr/>
        </p:nvPicPr>
        <p:blipFill>
          <a:blip r:embed="rId3"/>
          <a:stretch>
            <a:fillRect/>
          </a:stretch>
        </p:blipFill>
        <p:spPr>
          <a:xfrm>
            <a:off x="870" y="2395"/>
            <a:ext cx="571283" cy="565840"/>
          </a:xfrm>
          <a:prstGeom prst="ellipse">
            <a:avLst/>
          </a:prstGeom>
        </p:spPr>
      </p:pic>
      <p:pic>
        <p:nvPicPr>
          <p:cNvPr id="9" name="Image 1" descr="preencoded.png">
            <a:extLst>
              <a:ext uri="{FF2B5EF4-FFF2-40B4-BE49-F238E27FC236}">
                <a16:creationId xmlns:a16="http://schemas.microsoft.com/office/drawing/2014/main" id="{D4373D3B-0B7D-0DCA-10E7-372FB8DC2BCE}"/>
              </a:ext>
            </a:extLst>
          </p:cNvPr>
          <p:cNvPicPr>
            <a:picLocks noChangeAspect="1"/>
          </p:cNvPicPr>
          <p:nvPr/>
        </p:nvPicPr>
        <p:blipFill>
          <a:blip r:embed="rId4"/>
          <a:stretch>
            <a:fillRect/>
          </a:stretch>
        </p:blipFill>
        <p:spPr>
          <a:xfrm>
            <a:off x="8501089" y="2395"/>
            <a:ext cx="625711" cy="582168"/>
          </a:xfrm>
          <a:prstGeom prst="rect">
            <a:avLst/>
          </a:prstGeom>
        </p:spPr>
      </p:pic>
    </p:spTree>
    <p:extLst>
      <p:ext uri="{BB962C8B-B14F-4D97-AF65-F5344CB8AC3E}">
        <p14:creationId xmlns:p14="http://schemas.microsoft.com/office/powerpoint/2010/main" val="3541736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data storage&#10;&#10;AI-generated content may be incorrect.">
            <a:extLst>
              <a:ext uri="{FF2B5EF4-FFF2-40B4-BE49-F238E27FC236}">
                <a16:creationId xmlns:a16="http://schemas.microsoft.com/office/drawing/2014/main" id="{80C76093-3410-FE6D-9D89-5E63B2B94E5D}"/>
              </a:ext>
            </a:extLst>
          </p:cNvPr>
          <p:cNvPicPr>
            <a:picLocks noChangeAspect="1"/>
          </p:cNvPicPr>
          <p:nvPr/>
        </p:nvPicPr>
        <p:blipFill>
          <a:blip r:embed="rId2"/>
          <a:stretch>
            <a:fillRect/>
          </a:stretch>
        </p:blipFill>
        <p:spPr>
          <a:xfrm>
            <a:off x="-20586" y="0"/>
            <a:ext cx="9152515" cy="5143500"/>
          </a:xfrm>
          <a:prstGeom prst="rect">
            <a:avLst/>
          </a:prstGeom>
        </p:spPr>
      </p:pic>
      <p:pic>
        <p:nvPicPr>
          <p:cNvPr id="4" name="Image 1" descr="preencoded.png">
            <a:extLst>
              <a:ext uri="{FF2B5EF4-FFF2-40B4-BE49-F238E27FC236}">
                <a16:creationId xmlns:a16="http://schemas.microsoft.com/office/drawing/2014/main" id="{3629D78E-6386-22BA-9128-B171DA92FE5E}"/>
              </a:ext>
            </a:extLst>
          </p:cNvPr>
          <p:cNvPicPr>
            <a:picLocks noChangeAspect="1"/>
          </p:cNvPicPr>
          <p:nvPr/>
        </p:nvPicPr>
        <p:blipFill>
          <a:blip r:embed="rId3"/>
          <a:stretch>
            <a:fillRect/>
          </a:stretch>
        </p:blipFill>
        <p:spPr>
          <a:xfrm>
            <a:off x="8560961" y="263652"/>
            <a:ext cx="560395" cy="527739"/>
          </a:xfrm>
          <a:prstGeom prst="rect">
            <a:avLst/>
          </a:prstGeom>
        </p:spPr>
      </p:pic>
    </p:spTree>
    <p:extLst>
      <p:ext uri="{BB962C8B-B14F-4D97-AF65-F5344CB8AC3E}">
        <p14:creationId xmlns:p14="http://schemas.microsoft.com/office/powerpoint/2010/main" val="51905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system&#10;&#10;AI-generated content may be incorrect.">
            <a:extLst>
              <a:ext uri="{FF2B5EF4-FFF2-40B4-BE49-F238E27FC236}">
                <a16:creationId xmlns:a16="http://schemas.microsoft.com/office/drawing/2014/main" id="{A1B025FF-A5BF-24AA-AEA7-90338BD0DCA6}"/>
              </a:ext>
            </a:extLst>
          </p:cNvPr>
          <p:cNvPicPr>
            <a:picLocks noChangeAspect="1"/>
          </p:cNvPicPr>
          <p:nvPr/>
        </p:nvPicPr>
        <p:blipFill>
          <a:blip r:embed="rId2"/>
          <a:stretch>
            <a:fillRect/>
          </a:stretch>
        </p:blipFill>
        <p:spPr>
          <a:xfrm>
            <a:off x="0" y="0"/>
            <a:ext cx="9144000" cy="5143500"/>
          </a:xfrm>
          <a:prstGeom prst="rect">
            <a:avLst/>
          </a:prstGeom>
        </p:spPr>
      </p:pic>
      <p:pic>
        <p:nvPicPr>
          <p:cNvPr id="5" name="Image 0" descr="preencoded.png">
            <a:extLst>
              <a:ext uri="{FF2B5EF4-FFF2-40B4-BE49-F238E27FC236}">
                <a16:creationId xmlns:a16="http://schemas.microsoft.com/office/drawing/2014/main" id="{72FBAD79-6201-793B-0F22-E2D75B5142C6}"/>
              </a:ext>
            </a:extLst>
          </p:cNvPr>
          <p:cNvPicPr>
            <a:picLocks noChangeAspect="1"/>
          </p:cNvPicPr>
          <p:nvPr/>
        </p:nvPicPr>
        <p:blipFill>
          <a:blip r:embed="rId3"/>
          <a:stretch>
            <a:fillRect/>
          </a:stretch>
        </p:blipFill>
        <p:spPr>
          <a:xfrm>
            <a:off x="109728" y="73152"/>
            <a:ext cx="658368" cy="658368"/>
          </a:xfrm>
          <a:prstGeom prst="ellipse">
            <a:avLst/>
          </a:prstGeom>
        </p:spPr>
      </p:pic>
      <p:pic>
        <p:nvPicPr>
          <p:cNvPr id="7" name="Image 1" descr="preencoded.png">
            <a:extLst>
              <a:ext uri="{FF2B5EF4-FFF2-40B4-BE49-F238E27FC236}">
                <a16:creationId xmlns:a16="http://schemas.microsoft.com/office/drawing/2014/main" id="{723BD06A-BC58-C7F2-C62E-6369C92C8A87}"/>
              </a:ext>
            </a:extLst>
          </p:cNvPr>
          <p:cNvPicPr>
            <a:picLocks noChangeAspect="1"/>
          </p:cNvPicPr>
          <p:nvPr/>
        </p:nvPicPr>
        <p:blipFill>
          <a:blip r:embed="rId4"/>
          <a:stretch>
            <a:fillRect/>
          </a:stretch>
        </p:blipFill>
        <p:spPr>
          <a:xfrm>
            <a:off x="8348690" y="73152"/>
            <a:ext cx="658368" cy="658368"/>
          </a:xfrm>
          <a:prstGeom prst="rect">
            <a:avLst/>
          </a:prstGeom>
        </p:spPr>
      </p:pic>
    </p:spTree>
    <p:extLst>
      <p:ext uri="{BB962C8B-B14F-4D97-AF65-F5344CB8AC3E}">
        <p14:creationId xmlns:p14="http://schemas.microsoft.com/office/powerpoint/2010/main" val="331844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E316EA-0FC2-94EC-59EE-D3EF9D52715A}"/>
              </a:ext>
            </a:extLst>
          </p:cNvPr>
          <p:cNvPicPr>
            <a:picLocks noChangeAspect="1"/>
          </p:cNvPicPr>
          <p:nvPr/>
        </p:nvPicPr>
        <p:blipFill>
          <a:blip r:embed="rId2"/>
          <a:stretch>
            <a:fillRect/>
          </a:stretch>
        </p:blipFill>
        <p:spPr>
          <a:xfrm>
            <a:off x="0" y="0"/>
            <a:ext cx="9144000" cy="5143500"/>
          </a:xfrm>
          <a:prstGeom prst="rect">
            <a:avLst/>
          </a:prstGeom>
        </p:spPr>
      </p:pic>
      <p:pic>
        <p:nvPicPr>
          <p:cNvPr id="5" name="Image 0" descr="preencoded.png">
            <a:extLst>
              <a:ext uri="{FF2B5EF4-FFF2-40B4-BE49-F238E27FC236}">
                <a16:creationId xmlns:a16="http://schemas.microsoft.com/office/drawing/2014/main" id="{4FDFE3B5-454D-DB67-0CE7-4F0E38B0EF3F}"/>
              </a:ext>
            </a:extLst>
          </p:cNvPr>
          <p:cNvPicPr>
            <a:picLocks noChangeAspect="1"/>
          </p:cNvPicPr>
          <p:nvPr/>
        </p:nvPicPr>
        <p:blipFill>
          <a:blip r:embed="rId3"/>
          <a:stretch>
            <a:fillRect/>
          </a:stretch>
        </p:blipFill>
        <p:spPr>
          <a:xfrm>
            <a:off x="120613" y="192895"/>
            <a:ext cx="658368" cy="658368"/>
          </a:xfrm>
          <a:prstGeom prst="ellipse">
            <a:avLst/>
          </a:prstGeom>
        </p:spPr>
      </p:pic>
      <p:pic>
        <p:nvPicPr>
          <p:cNvPr id="7" name="Image 1" descr="preencoded.png">
            <a:extLst>
              <a:ext uri="{FF2B5EF4-FFF2-40B4-BE49-F238E27FC236}">
                <a16:creationId xmlns:a16="http://schemas.microsoft.com/office/drawing/2014/main" id="{234DFDC7-3B81-3A17-DECC-30563A6CF547}"/>
              </a:ext>
            </a:extLst>
          </p:cNvPr>
          <p:cNvPicPr>
            <a:picLocks noChangeAspect="1"/>
          </p:cNvPicPr>
          <p:nvPr/>
        </p:nvPicPr>
        <p:blipFill>
          <a:blip r:embed="rId4"/>
          <a:stretch>
            <a:fillRect/>
          </a:stretch>
        </p:blipFill>
        <p:spPr>
          <a:xfrm>
            <a:off x="8365018" y="111252"/>
            <a:ext cx="658368" cy="658368"/>
          </a:xfrm>
          <a:prstGeom prst="rect">
            <a:avLst/>
          </a:prstGeom>
        </p:spPr>
      </p:pic>
      <p:pic>
        <p:nvPicPr>
          <p:cNvPr id="9" name="Image 1" descr="preencoded.png">
            <a:extLst>
              <a:ext uri="{FF2B5EF4-FFF2-40B4-BE49-F238E27FC236}">
                <a16:creationId xmlns:a16="http://schemas.microsoft.com/office/drawing/2014/main" id="{4A92F540-CD5C-E6F0-AD78-7C766B2FC9AF}"/>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830652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C13664B-6171-A499-72CF-D2F7624C89F0}"/>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1" descr="preencoded.png">
            <a:extLst>
              <a:ext uri="{FF2B5EF4-FFF2-40B4-BE49-F238E27FC236}">
                <a16:creationId xmlns:a16="http://schemas.microsoft.com/office/drawing/2014/main" id="{48DDF044-3228-60F3-2CDB-34B47F3433AB}"/>
              </a:ext>
            </a:extLst>
          </p:cNvPr>
          <p:cNvPicPr>
            <a:picLocks noChangeAspect="1"/>
          </p:cNvPicPr>
          <p:nvPr/>
        </p:nvPicPr>
        <p:blipFill>
          <a:blip r:embed="rId3"/>
          <a:stretch>
            <a:fillRect/>
          </a:stretch>
        </p:blipFill>
        <p:spPr>
          <a:xfrm>
            <a:off x="8403118" y="209223"/>
            <a:ext cx="658368" cy="658368"/>
          </a:xfrm>
          <a:prstGeom prst="rect">
            <a:avLst/>
          </a:prstGeom>
        </p:spPr>
      </p:pic>
      <p:pic>
        <p:nvPicPr>
          <p:cNvPr id="8" name="Image 0" descr="preencoded.png">
            <a:extLst>
              <a:ext uri="{FF2B5EF4-FFF2-40B4-BE49-F238E27FC236}">
                <a16:creationId xmlns:a16="http://schemas.microsoft.com/office/drawing/2014/main" id="{A986AE73-DB7D-D727-78A6-DEFA07D5B01A}"/>
              </a:ext>
            </a:extLst>
          </p:cNvPr>
          <p:cNvPicPr>
            <a:picLocks noChangeAspect="1"/>
          </p:cNvPicPr>
          <p:nvPr/>
        </p:nvPicPr>
        <p:blipFill>
          <a:blip r:embed="rId4"/>
          <a:stretch>
            <a:fillRect/>
          </a:stretch>
        </p:blipFill>
        <p:spPr>
          <a:xfrm>
            <a:off x="7648084" y="209224"/>
            <a:ext cx="658368" cy="658368"/>
          </a:xfrm>
          <a:prstGeom prst="ellipse">
            <a:avLst/>
          </a:prstGeom>
        </p:spPr>
      </p:pic>
    </p:spTree>
    <p:extLst>
      <p:ext uri="{BB962C8B-B14F-4D97-AF65-F5344CB8AC3E}">
        <p14:creationId xmlns:p14="http://schemas.microsoft.com/office/powerpoint/2010/main" val="696952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6899312-51F9-3F8A-B520-2CC04235F37A}"/>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F123DD8A-A7C1-B77D-AD6C-6A9AA470679B}"/>
              </a:ext>
            </a:extLst>
          </p:cNvPr>
          <p:cNvPicPr>
            <a:picLocks noChangeAspect="1"/>
          </p:cNvPicPr>
          <p:nvPr/>
        </p:nvPicPr>
        <p:blipFill>
          <a:blip r:embed="rId3"/>
          <a:stretch>
            <a:fillRect/>
          </a:stretch>
        </p:blipFill>
        <p:spPr>
          <a:xfrm>
            <a:off x="7626313" y="209224"/>
            <a:ext cx="658368" cy="658368"/>
          </a:xfrm>
          <a:prstGeom prst="ellipse">
            <a:avLst/>
          </a:prstGeom>
        </p:spPr>
      </p:pic>
      <p:pic>
        <p:nvPicPr>
          <p:cNvPr id="6" name="Image 1" descr="preencoded.png">
            <a:extLst>
              <a:ext uri="{FF2B5EF4-FFF2-40B4-BE49-F238E27FC236}">
                <a16:creationId xmlns:a16="http://schemas.microsoft.com/office/drawing/2014/main" id="{F6377A3D-5DB8-332A-D58D-73BAC35F0A95}"/>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2117020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5C32D7-69A8-DD7B-B83A-CA424927FD69}"/>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4A554D31-3C37-1191-FAD7-1C8E9CAF5617}"/>
              </a:ext>
            </a:extLst>
          </p:cNvPr>
          <p:cNvPicPr>
            <a:picLocks noChangeAspect="1"/>
          </p:cNvPicPr>
          <p:nvPr/>
        </p:nvPicPr>
        <p:blipFill>
          <a:blip r:embed="rId3"/>
          <a:stretch>
            <a:fillRect/>
          </a:stretch>
        </p:blipFill>
        <p:spPr>
          <a:xfrm>
            <a:off x="7658970" y="209223"/>
            <a:ext cx="658368" cy="658368"/>
          </a:xfrm>
          <a:prstGeom prst="ellipse">
            <a:avLst/>
          </a:prstGeom>
        </p:spPr>
      </p:pic>
      <p:pic>
        <p:nvPicPr>
          <p:cNvPr id="7" name="Image 1" descr="preencoded.png">
            <a:extLst>
              <a:ext uri="{FF2B5EF4-FFF2-40B4-BE49-F238E27FC236}">
                <a16:creationId xmlns:a16="http://schemas.microsoft.com/office/drawing/2014/main" id="{915652B6-F0D4-6A52-1014-02DC31A6B48F}"/>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1812682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66272A-5961-C763-8B7D-34D108930112}"/>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3787CA7A-03FA-B4C7-6C3E-248BE06E2BA9}"/>
              </a:ext>
            </a:extLst>
          </p:cNvPr>
          <p:cNvPicPr>
            <a:picLocks noChangeAspect="1"/>
          </p:cNvPicPr>
          <p:nvPr/>
        </p:nvPicPr>
        <p:blipFill>
          <a:blip r:embed="rId3"/>
          <a:stretch>
            <a:fillRect/>
          </a:stretch>
        </p:blipFill>
        <p:spPr>
          <a:xfrm>
            <a:off x="7648085" y="209224"/>
            <a:ext cx="658368" cy="658368"/>
          </a:xfrm>
          <a:prstGeom prst="ellipse">
            <a:avLst/>
          </a:prstGeom>
        </p:spPr>
      </p:pic>
      <p:pic>
        <p:nvPicPr>
          <p:cNvPr id="6" name="Image 1" descr="preencoded.png">
            <a:extLst>
              <a:ext uri="{FF2B5EF4-FFF2-40B4-BE49-F238E27FC236}">
                <a16:creationId xmlns:a16="http://schemas.microsoft.com/office/drawing/2014/main" id="{9ACA25EE-7610-87BE-1C3D-6623E4B77CDD}"/>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3423672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B81099-3CEF-3A84-CED5-1708CD60CCEE}"/>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DAB2E44C-4826-88FF-6E7C-7122A775C788}"/>
              </a:ext>
            </a:extLst>
          </p:cNvPr>
          <p:cNvPicPr>
            <a:picLocks noChangeAspect="1"/>
          </p:cNvPicPr>
          <p:nvPr/>
        </p:nvPicPr>
        <p:blipFill>
          <a:blip r:embed="rId3"/>
          <a:stretch>
            <a:fillRect/>
          </a:stretch>
        </p:blipFill>
        <p:spPr>
          <a:xfrm>
            <a:off x="7615427" y="209224"/>
            <a:ext cx="658368" cy="658368"/>
          </a:xfrm>
          <a:prstGeom prst="ellipse">
            <a:avLst/>
          </a:prstGeom>
        </p:spPr>
      </p:pic>
      <p:pic>
        <p:nvPicPr>
          <p:cNvPr id="6" name="Image 1" descr="preencoded.png">
            <a:extLst>
              <a:ext uri="{FF2B5EF4-FFF2-40B4-BE49-F238E27FC236}">
                <a16:creationId xmlns:a16="http://schemas.microsoft.com/office/drawing/2014/main" id="{A0902627-B7D7-E1D5-1C98-2EA3616EC9D0}"/>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2878609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03A739-E340-1AE1-B6D1-D41B41A7812F}"/>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2699F85E-EBBF-3C83-96C5-FF4771E1CFC6}"/>
              </a:ext>
            </a:extLst>
          </p:cNvPr>
          <p:cNvPicPr>
            <a:picLocks noChangeAspect="1"/>
          </p:cNvPicPr>
          <p:nvPr/>
        </p:nvPicPr>
        <p:blipFill>
          <a:blip r:embed="rId3"/>
          <a:stretch>
            <a:fillRect/>
          </a:stretch>
        </p:blipFill>
        <p:spPr>
          <a:xfrm>
            <a:off x="7664413" y="209224"/>
            <a:ext cx="658368" cy="658368"/>
          </a:xfrm>
          <a:prstGeom prst="ellipse">
            <a:avLst/>
          </a:prstGeom>
        </p:spPr>
      </p:pic>
      <p:pic>
        <p:nvPicPr>
          <p:cNvPr id="6" name="Image 1" descr="preencoded.png">
            <a:extLst>
              <a:ext uri="{FF2B5EF4-FFF2-40B4-BE49-F238E27FC236}">
                <a16:creationId xmlns:a16="http://schemas.microsoft.com/office/drawing/2014/main" id="{9A0AE6BD-2DA6-B933-F598-A505330E234E}"/>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7211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B95AB8-F392-A7A9-0E4E-5D800C3789A5}"/>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DE56166B-475C-2B8F-1CD8-0D5E682790D5}"/>
              </a:ext>
            </a:extLst>
          </p:cNvPr>
          <p:cNvPicPr>
            <a:picLocks noChangeAspect="1"/>
          </p:cNvPicPr>
          <p:nvPr/>
        </p:nvPicPr>
        <p:blipFill>
          <a:blip r:embed="rId3"/>
          <a:stretch>
            <a:fillRect/>
          </a:stretch>
        </p:blipFill>
        <p:spPr>
          <a:xfrm>
            <a:off x="7642642" y="209224"/>
            <a:ext cx="658368" cy="658368"/>
          </a:xfrm>
          <a:prstGeom prst="ellipse">
            <a:avLst/>
          </a:prstGeom>
        </p:spPr>
      </p:pic>
      <p:pic>
        <p:nvPicPr>
          <p:cNvPr id="6" name="Image 1" descr="preencoded.png">
            <a:extLst>
              <a:ext uri="{FF2B5EF4-FFF2-40B4-BE49-F238E27FC236}">
                <a16:creationId xmlns:a16="http://schemas.microsoft.com/office/drawing/2014/main" id="{CA7BC82C-7E93-126A-E551-CD1A51D67B85}"/>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4142118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73D648-ECD0-93F5-BEC9-A7C6F83F8535}"/>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8D46D1DD-BDE4-CE24-E818-131906FE9C1C}"/>
              </a:ext>
            </a:extLst>
          </p:cNvPr>
          <p:cNvPicPr>
            <a:picLocks noChangeAspect="1"/>
          </p:cNvPicPr>
          <p:nvPr/>
        </p:nvPicPr>
        <p:blipFill>
          <a:blip r:embed="rId3"/>
          <a:stretch>
            <a:fillRect/>
          </a:stretch>
        </p:blipFill>
        <p:spPr>
          <a:xfrm>
            <a:off x="7609984" y="209224"/>
            <a:ext cx="658368" cy="658368"/>
          </a:xfrm>
          <a:prstGeom prst="ellipse">
            <a:avLst/>
          </a:prstGeom>
        </p:spPr>
      </p:pic>
      <p:pic>
        <p:nvPicPr>
          <p:cNvPr id="6" name="Image 1" descr="preencoded.png">
            <a:extLst>
              <a:ext uri="{FF2B5EF4-FFF2-40B4-BE49-F238E27FC236}">
                <a16:creationId xmlns:a16="http://schemas.microsoft.com/office/drawing/2014/main" id="{CD3A0884-3C94-C14C-7E15-1D89EFA5420C}"/>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662123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29C7528-E748-4645-8A0C-DB9EA9B30297}"/>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07446CD4-7125-B011-706C-D0F9C191922D}"/>
              </a:ext>
            </a:extLst>
          </p:cNvPr>
          <p:cNvPicPr>
            <a:picLocks noChangeAspect="1"/>
          </p:cNvPicPr>
          <p:nvPr/>
        </p:nvPicPr>
        <p:blipFill>
          <a:blip r:embed="rId3"/>
          <a:stretch>
            <a:fillRect/>
          </a:stretch>
        </p:blipFill>
        <p:spPr>
          <a:xfrm>
            <a:off x="7593656" y="209224"/>
            <a:ext cx="658368" cy="658368"/>
          </a:xfrm>
          <a:prstGeom prst="ellipse">
            <a:avLst/>
          </a:prstGeom>
        </p:spPr>
      </p:pic>
      <p:pic>
        <p:nvPicPr>
          <p:cNvPr id="6" name="Image 1" descr="preencoded.png">
            <a:extLst>
              <a:ext uri="{FF2B5EF4-FFF2-40B4-BE49-F238E27FC236}">
                <a16:creationId xmlns:a16="http://schemas.microsoft.com/office/drawing/2014/main" id="{CE33DFAC-2064-BEDE-EA2A-E4B823BC808D}"/>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27956158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4AABB5-987E-D21A-0D1F-9A338A7F4220}"/>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DFDBF68D-6E99-D68B-7643-DB523F4F3386}"/>
              </a:ext>
            </a:extLst>
          </p:cNvPr>
          <p:cNvPicPr>
            <a:picLocks noChangeAspect="1"/>
          </p:cNvPicPr>
          <p:nvPr/>
        </p:nvPicPr>
        <p:blipFill>
          <a:blip r:embed="rId3"/>
          <a:stretch>
            <a:fillRect/>
          </a:stretch>
        </p:blipFill>
        <p:spPr>
          <a:xfrm>
            <a:off x="7631756" y="209224"/>
            <a:ext cx="658368" cy="658368"/>
          </a:xfrm>
          <a:prstGeom prst="ellipse">
            <a:avLst/>
          </a:prstGeom>
        </p:spPr>
      </p:pic>
      <p:pic>
        <p:nvPicPr>
          <p:cNvPr id="6" name="Image 1" descr="preencoded.png">
            <a:extLst>
              <a:ext uri="{FF2B5EF4-FFF2-40B4-BE49-F238E27FC236}">
                <a16:creationId xmlns:a16="http://schemas.microsoft.com/office/drawing/2014/main" id="{4729EB2D-01A5-2B05-C0E8-EF5A64F7DA93}"/>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34778476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BCFCF4B-A65D-16C3-CE48-2F0A219BC8D6}"/>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E9B73A48-93A2-E558-D06A-2617CDFC4E10}"/>
              </a:ext>
            </a:extLst>
          </p:cNvPr>
          <p:cNvPicPr>
            <a:picLocks noChangeAspect="1"/>
          </p:cNvPicPr>
          <p:nvPr/>
        </p:nvPicPr>
        <p:blipFill>
          <a:blip r:embed="rId3"/>
          <a:stretch>
            <a:fillRect/>
          </a:stretch>
        </p:blipFill>
        <p:spPr>
          <a:xfrm>
            <a:off x="7648084" y="209224"/>
            <a:ext cx="658368" cy="658368"/>
          </a:xfrm>
          <a:prstGeom prst="ellipse">
            <a:avLst/>
          </a:prstGeom>
        </p:spPr>
      </p:pic>
      <p:pic>
        <p:nvPicPr>
          <p:cNvPr id="6" name="Image 1" descr="preencoded.png">
            <a:extLst>
              <a:ext uri="{FF2B5EF4-FFF2-40B4-BE49-F238E27FC236}">
                <a16:creationId xmlns:a16="http://schemas.microsoft.com/office/drawing/2014/main" id="{CA4AFE0A-26B1-6D5B-8698-8B7B6FD46A72}"/>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3991682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5972E9-1020-68D0-33D6-449D3272AC36}"/>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A4289B0A-8658-81EF-6933-CFFDDF35E0AF}"/>
              </a:ext>
            </a:extLst>
          </p:cNvPr>
          <p:cNvPicPr>
            <a:picLocks noChangeAspect="1"/>
          </p:cNvPicPr>
          <p:nvPr/>
        </p:nvPicPr>
        <p:blipFill>
          <a:blip r:embed="rId3"/>
          <a:stretch>
            <a:fillRect/>
          </a:stretch>
        </p:blipFill>
        <p:spPr>
          <a:xfrm>
            <a:off x="7637199" y="209224"/>
            <a:ext cx="658368" cy="658368"/>
          </a:xfrm>
          <a:prstGeom prst="ellipse">
            <a:avLst/>
          </a:prstGeom>
        </p:spPr>
      </p:pic>
      <p:pic>
        <p:nvPicPr>
          <p:cNvPr id="6" name="Image 1" descr="preencoded.png">
            <a:extLst>
              <a:ext uri="{FF2B5EF4-FFF2-40B4-BE49-F238E27FC236}">
                <a16:creationId xmlns:a16="http://schemas.microsoft.com/office/drawing/2014/main" id="{452B9F56-91B7-4336-9F81-88FC71FF865C}"/>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40982290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A0B04B-9532-2E7B-B2D5-0FF6ACFA2876}"/>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1BC354D4-443B-E67B-D613-DE73B5757A39}"/>
              </a:ext>
            </a:extLst>
          </p:cNvPr>
          <p:cNvPicPr>
            <a:picLocks noChangeAspect="1"/>
          </p:cNvPicPr>
          <p:nvPr/>
        </p:nvPicPr>
        <p:blipFill>
          <a:blip r:embed="rId3"/>
          <a:stretch>
            <a:fillRect/>
          </a:stretch>
        </p:blipFill>
        <p:spPr>
          <a:xfrm>
            <a:off x="7631756" y="209224"/>
            <a:ext cx="658368" cy="658368"/>
          </a:xfrm>
          <a:prstGeom prst="ellipse">
            <a:avLst/>
          </a:prstGeom>
        </p:spPr>
      </p:pic>
      <p:pic>
        <p:nvPicPr>
          <p:cNvPr id="6" name="Image 1" descr="preencoded.png">
            <a:extLst>
              <a:ext uri="{FF2B5EF4-FFF2-40B4-BE49-F238E27FC236}">
                <a16:creationId xmlns:a16="http://schemas.microsoft.com/office/drawing/2014/main" id="{0DCC5B11-5A85-B4A4-EB29-20609D0548B0}"/>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1217156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2E21F7-CAF6-2D0A-2F97-09466D8DD404}"/>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2AB0BF97-44CE-AD52-2759-72E54B166541}"/>
              </a:ext>
            </a:extLst>
          </p:cNvPr>
          <p:cNvPicPr>
            <a:picLocks noChangeAspect="1"/>
          </p:cNvPicPr>
          <p:nvPr/>
        </p:nvPicPr>
        <p:blipFill>
          <a:blip r:embed="rId3"/>
          <a:stretch>
            <a:fillRect/>
          </a:stretch>
        </p:blipFill>
        <p:spPr>
          <a:xfrm>
            <a:off x="7599099" y="209224"/>
            <a:ext cx="658368" cy="658368"/>
          </a:xfrm>
          <a:prstGeom prst="ellipse">
            <a:avLst/>
          </a:prstGeom>
        </p:spPr>
      </p:pic>
      <p:pic>
        <p:nvPicPr>
          <p:cNvPr id="6" name="Image 1" descr="preencoded.png">
            <a:extLst>
              <a:ext uri="{FF2B5EF4-FFF2-40B4-BE49-F238E27FC236}">
                <a16:creationId xmlns:a16="http://schemas.microsoft.com/office/drawing/2014/main" id="{B1551C91-BBC4-8E0D-9258-A0E7247E2619}"/>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1218401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6C358F-5BE6-7CCA-4B09-26C12C2DED22}"/>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A1091D02-8DC0-2520-C750-9328449BD192}"/>
              </a:ext>
            </a:extLst>
          </p:cNvPr>
          <p:cNvPicPr>
            <a:picLocks noChangeAspect="1"/>
          </p:cNvPicPr>
          <p:nvPr/>
        </p:nvPicPr>
        <p:blipFill>
          <a:blip r:embed="rId3"/>
          <a:stretch>
            <a:fillRect/>
          </a:stretch>
        </p:blipFill>
        <p:spPr>
          <a:xfrm>
            <a:off x="7615427" y="209224"/>
            <a:ext cx="658368" cy="658368"/>
          </a:xfrm>
          <a:prstGeom prst="ellipse">
            <a:avLst/>
          </a:prstGeom>
        </p:spPr>
      </p:pic>
      <p:pic>
        <p:nvPicPr>
          <p:cNvPr id="6" name="Image 1" descr="preencoded.png">
            <a:extLst>
              <a:ext uri="{FF2B5EF4-FFF2-40B4-BE49-F238E27FC236}">
                <a16:creationId xmlns:a16="http://schemas.microsoft.com/office/drawing/2014/main" id="{33B98981-B552-5F94-FED8-835388E3E6D9}"/>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3286633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5ACBB4-8F57-6FA0-5FC6-3126048207AD}"/>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C259A30B-D07D-EDD3-CC47-C401CBD497A3}"/>
              </a:ext>
            </a:extLst>
          </p:cNvPr>
          <p:cNvPicPr>
            <a:picLocks noChangeAspect="1"/>
          </p:cNvPicPr>
          <p:nvPr/>
        </p:nvPicPr>
        <p:blipFill>
          <a:blip r:embed="rId3"/>
          <a:stretch>
            <a:fillRect/>
          </a:stretch>
        </p:blipFill>
        <p:spPr>
          <a:xfrm>
            <a:off x="7560999" y="209224"/>
            <a:ext cx="658368" cy="658368"/>
          </a:xfrm>
          <a:prstGeom prst="ellipse">
            <a:avLst/>
          </a:prstGeom>
        </p:spPr>
      </p:pic>
      <p:pic>
        <p:nvPicPr>
          <p:cNvPr id="6" name="Image 1" descr="preencoded.png">
            <a:extLst>
              <a:ext uri="{FF2B5EF4-FFF2-40B4-BE49-F238E27FC236}">
                <a16:creationId xmlns:a16="http://schemas.microsoft.com/office/drawing/2014/main" id="{1762CBA5-010B-C55A-D504-9ECF0C0F92A9}"/>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729043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09A1E5-398D-1D43-82B0-62783DFC8A59}"/>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BE917FFB-292B-5826-9B01-3BD0A35CBF1B}"/>
              </a:ext>
            </a:extLst>
          </p:cNvPr>
          <p:cNvPicPr>
            <a:picLocks noChangeAspect="1"/>
          </p:cNvPicPr>
          <p:nvPr/>
        </p:nvPicPr>
        <p:blipFill>
          <a:blip r:embed="rId3"/>
          <a:stretch>
            <a:fillRect/>
          </a:stretch>
        </p:blipFill>
        <p:spPr>
          <a:xfrm>
            <a:off x="7637198" y="209224"/>
            <a:ext cx="658368" cy="658368"/>
          </a:xfrm>
          <a:prstGeom prst="ellipse">
            <a:avLst/>
          </a:prstGeom>
        </p:spPr>
      </p:pic>
      <p:pic>
        <p:nvPicPr>
          <p:cNvPr id="6" name="Image 1" descr="preencoded.png">
            <a:extLst>
              <a:ext uri="{FF2B5EF4-FFF2-40B4-BE49-F238E27FC236}">
                <a16:creationId xmlns:a16="http://schemas.microsoft.com/office/drawing/2014/main" id="{DE5E1087-D155-D7EC-236D-7B32DB2E9DA9}"/>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8677560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8547825-593A-224E-3497-B6BD24D05802}"/>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A74865F2-F9BF-DF1D-3853-6DF57AB189DB}"/>
              </a:ext>
            </a:extLst>
          </p:cNvPr>
          <p:cNvPicPr>
            <a:picLocks noChangeAspect="1"/>
          </p:cNvPicPr>
          <p:nvPr/>
        </p:nvPicPr>
        <p:blipFill>
          <a:blip r:embed="rId3"/>
          <a:stretch>
            <a:fillRect/>
          </a:stretch>
        </p:blipFill>
        <p:spPr>
          <a:xfrm>
            <a:off x="7620870" y="209224"/>
            <a:ext cx="658368" cy="658368"/>
          </a:xfrm>
          <a:prstGeom prst="ellipse">
            <a:avLst/>
          </a:prstGeom>
        </p:spPr>
      </p:pic>
      <p:pic>
        <p:nvPicPr>
          <p:cNvPr id="6" name="Image 1" descr="preencoded.png">
            <a:extLst>
              <a:ext uri="{FF2B5EF4-FFF2-40B4-BE49-F238E27FC236}">
                <a16:creationId xmlns:a16="http://schemas.microsoft.com/office/drawing/2014/main" id="{5D11BBBD-2EF9-FD50-3AC6-05CF7062BF0E}"/>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3717008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08CABD-E15B-B380-2BB0-F5C1FCB81814}"/>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874853F0-8078-E1EC-844F-222AAEA084E3}"/>
              </a:ext>
            </a:extLst>
          </p:cNvPr>
          <p:cNvPicPr>
            <a:picLocks noChangeAspect="1"/>
          </p:cNvPicPr>
          <p:nvPr/>
        </p:nvPicPr>
        <p:blipFill>
          <a:blip r:embed="rId3"/>
          <a:stretch>
            <a:fillRect/>
          </a:stretch>
        </p:blipFill>
        <p:spPr>
          <a:xfrm>
            <a:off x="7620870" y="209224"/>
            <a:ext cx="658368" cy="658368"/>
          </a:xfrm>
          <a:prstGeom prst="ellipse">
            <a:avLst/>
          </a:prstGeom>
        </p:spPr>
      </p:pic>
      <p:pic>
        <p:nvPicPr>
          <p:cNvPr id="6" name="Image 1" descr="preencoded.png">
            <a:extLst>
              <a:ext uri="{FF2B5EF4-FFF2-40B4-BE49-F238E27FC236}">
                <a16:creationId xmlns:a16="http://schemas.microsoft.com/office/drawing/2014/main" id="{D2D0800D-039C-95DA-E275-8C968B6DE3D2}"/>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3500792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9D03785-972D-0A41-AD43-278F798DB5AB}"/>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364F8283-1DFB-DDD3-4C42-5A88458BCA3D}"/>
              </a:ext>
            </a:extLst>
          </p:cNvPr>
          <p:cNvPicPr>
            <a:picLocks noChangeAspect="1"/>
          </p:cNvPicPr>
          <p:nvPr/>
        </p:nvPicPr>
        <p:blipFill>
          <a:blip r:embed="rId3"/>
          <a:stretch>
            <a:fillRect/>
          </a:stretch>
        </p:blipFill>
        <p:spPr>
          <a:xfrm>
            <a:off x="7642641" y="209224"/>
            <a:ext cx="658368" cy="658368"/>
          </a:xfrm>
          <a:prstGeom prst="ellipse">
            <a:avLst/>
          </a:prstGeom>
        </p:spPr>
      </p:pic>
      <p:pic>
        <p:nvPicPr>
          <p:cNvPr id="6" name="Image 1" descr="preencoded.png">
            <a:extLst>
              <a:ext uri="{FF2B5EF4-FFF2-40B4-BE49-F238E27FC236}">
                <a16:creationId xmlns:a16="http://schemas.microsoft.com/office/drawing/2014/main" id="{45DBBBD5-4259-DE37-49F5-42502C1DB373}"/>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1694754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F6CBAC0-5699-7BBB-2AAB-0D1BC9A958C7}"/>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4D3723CB-E0C2-EAEF-10F3-8AD8CE9FE88D}"/>
              </a:ext>
            </a:extLst>
          </p:cNvPr>
          <p:cNvPicPr>
            <a:picLocks noChangeAspect="1"/>
          </p:cNvPicPr>
          <p:nvPr/>
        </p:nvPicPr>
        <p:blipFill>
          <a:blip r:embed="rId3"/>
          <a:stretch>
            <a:fillRect/>
          </a:stretch>
        </p:blipFill>
        <p:spPr>
          <a:xfrm>
            <a:off x="7626313" y="209224"/>
            <a:ext cx="658368" cy="658368"/>
          </a:xfrm>
          <a:prstGeom prst="ellipse">
            <a:avLst/>
          </a:prstGeom>
        </p:spPr>
      </p:pic>
      <p:pic>
        <p:nvPicPr>
          <p:cNvPr id="6" name="Image 1" descr="preencoded.png">
            <a:extLst>
              <a:ext uri="{FF2B5EF4-FFF2-40B4-BE49-F238E27FC236}">
                <a16:creationId xmlns:a16="http://schemas.microsoft.com/office/drawing/2014/main" id="{465C9E70-E706-1520-1C36-36686914AC4C}"/>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36450152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A31BEE-6D25-E237-7983-BD9B14CB1D61}"/>
              </a:ext>
            </a:extLst>
          </p:cNvPr>
          <p:cNvPicPr>
            <a:picLocks noChangeAspect="1"/>
          </p:cNvPicPr>
          <p:nvPr/>
        </p:nvPicPr>
        <p:blipFill>
          <a:blip r:embed="rId2"/>
          <a:stretch>
            <a:fillRect/>
          </a:stretch>
        </p:blipFill>
        <p:spPr>
          <a:xfrm>
            <a:off x="0" y="0"/>
            <a:ext cx="9144000" cy="5143500"/>
          </a:xfrm>
          <a:prstGeom prst="rect">
            <a:avLst/>
          </a:prstGeom>
        </p:spPr>
      </p:pic>
      <p:pic>
        <p:nvPicPr>
          <p:cNvPr id="4" name="Image 0" descr="preencoded.png">
            <a:extLst>
              <a:ext uri="{FF2B5EF4-FFF2-40B4-BE49-F238E27FC236}">
                <a16:creationId xmlns:a16="http://schemas.microsoft.com/office/drawing/2014/main" id="{2DAFBBE3-2CCD-47B7-9068-434CDF901DFE}"/>
              </a:ext>
            </a:extLst>
          </p:cNvPr>
          <p:cNvPicPr>
            <a:picLocks noChangeAspect="1"/>
          </p:cNvPicPr>
          <p:nvPr/>
        </p:nvPicPr>
        <p:blipFill>
          <a:blip r:embed="rId3"/>
          <a:stretch>
            <a:fillRect/>
          </a:stretch>
        </p:blipFill>
        <p:spPr>
          <a:xfrm>
            <a:off x="7593656" y="209223"/>
            <a:ext cx="658368" cy="658368"/>
          </a:xfrm>
          <a:prstGeom prst="ellipse">
            <a:avLst/>
          </a:prstGeom>
        </p:spPr>
      </p:pic>
      <p:pic>
        <p:nvPicPr>
          <p:cNvPr id="6" name="Image 1" descr="preencoded.png">
            <a:extLst>
              <a:ext uri="{FF2B5EF4-FFF2-40B4-BE49-F238E27FC236}">
                <a16:creationId xmlns:a16="http://schemas.microsoft.com/office/drawing/2014/main" id="{9804C3AF-2BAF-050A-3FE3-A08D47B68F98}"/>
              </a:ext>
            </a:extLst>
          </p:cNvPr>
          <p:cNvPicPr>
            <a:picLocks noChangeAspect="1"/>
          </p:cNvPicPr>
          <p:nvPr/>
        </p:nvPicPr>
        <p:blipFill>
          <a:blip r:embed="rId4"/>
          <a:stretch>
            <a:fillRect/>
          </a:stretch>
        </p:blipFill>
        <p:spPr>
          <a:xfrm>
            <a:off x="8403118" y="209223"/>
            <a:ext cx="658368" cy="658368"/>
          </a:xfrm>
          <a:prstGeom prst="rect">
            <a:avLst/>
          </a:prstGeom>
        </p:spPr>
      </p:pic>
    </p:spTree>
    <p:extLst>
      <p:ext uri="{BB962C8B-B14F-4D97-AF65-F5344CB8AC3E}">
        <p14:creationId xmlns:p14="http://schemas.microsoft.com/office/powerpoint/2010/main" val="20938517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07A270-CFA9-F9BD-88BE-924722B0B759}"/>
              </a:ext>
            </a:extLst>
          </p:cNvPr>
          <p:cNvPicPr>
            <a:picLocks noChangeAspect="1"/>
          </p:cNvPicPr>
          <p:nvPr/>
        </p:nvPicPr>
        <p:blipFill>
          <a:blip r:embed="rId2"/>
          <a:stretch>
            <a:fillRect/>
          </a:stretch>
        </p:blipFill>
        <p:spPr>
          <a:xfrm>
            <a:off x="551044" y="-97971"/>
            <a:ext cx="8591640" cy="5143500"/>
          </a:xfrm>
          <a:prstGeom prst="rect">
            <a:avLst/>
          </a:prstGeom>
        </p:spPr>
      </p:pic>
    </p:spTree>
    <p:extLst>
      <p:ext uri="{BB962C8B-B14F-4D97-AF65-F5344CB8AC3E}">
        <p14:creationId xmlns:p14="http://schemas.microsoft.com/office/powerpoint/2010/main" val="3690134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ECD862B-07BE-3E41-7AFD-97F2D913CDB9}"/>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623489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B3FE96-892F-A097-8110-9244D19656F7}"/>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4075945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2E7D1A-11ED-51C6-A5C9-3993DE891433}"/>
              </a:ext>
            </a:extLst>
          </p:cNvPr>
          <p:cNvPicPr>
            <a:picLocks noChangeAspect="1"/>
          </p:cNvPicPr>
          <p:nvPr/>
        </p:nvPicPr>
        <p:blipFill>
          <a:blip r:embed="rId2"/>
          <a:stretch>
            <a:fillRect/>
          </a:stretch>
        </p:blipFill>
        <p:spPr>
          <a:xfrm>
            <a:off x="10886" y="0"/>
            <a:ext cx="9144000" cy="5143500"/>
          </a:xfrm>
          <a:prstGeom prst="rect">
            <a:avLst/>
          </a:prstGeom>
        </p:spPr>
      </p:pic>
    </p:spTree>
    <p:extLst>
      <p:ext uri="{BB962C8B-B14F-4D97-AF65-F5344CB8AC3E}">
        <p14:creationId xmlns:p14="http://schemas.microsoft.com/office/powerpoint/2010/main" val="21056833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B321BB-8871-0E19-3A49-A3B417D878E1}"/>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1463176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5D0FA2-E85D-A804-8AA9-84E0A8CA3FFD}"/>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217740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226416-9050-2262-4590-A9E3C8E6F7DA}"/>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4879322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46A44C-2581-7827-9ADA-55E1E4A28371}"/>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0751341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DB65570-C78A-57F5-9CC7-E61B826D6CE9}"/>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2544041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066FA45-163C-9E87-5CA7-7FDFF0C20D2F}"/>
              </a:ext>
            </a:extLst>
          </p:cNvPr>
          <p:cNvPicPr>
            <a:picLocks noChangeAspect="1"/>
          </p:cNvPicPr>
          <p:nvPr/>
        </p:nvPicPr>
        <p:blipFill>
          <a:blip r:embed="rId2"/>
          <a:stretch>
            <a:fillRect/>
          </a:stretch>
        </p:blipFill>
        <p:spPr>
          <a:xfrm>
            <a:off x="0" y="234724"/>
            <a:ext cx="9144000" cy="4902653"/>
          </a:xfrm>
          <a:prstGeom prst="rect">
            <a:avLst/>
          </a:prstGeom>
        </p:spPr>
      </p:pic>
    </p:spTree>
    <p:extLst>
      <p:ext uri="{BB962C8B-B14F-4D97-AF65-F5344CB8AC3E}">
        <p14:creationId xmlns:p14="http://schemas.microsoft.com/office/powerpoint/2010/main" val="21433816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99E0E5-D9B3-0A1D-5E60-77383C7BEEC8}"/>
              </a:ext>
            </a:extLst>
          </p:cNvPr>
          <p:cNvPicPr>
            <a:picLocks noChangeAspect="1"/>
          </p:cNvPicPr>
          <p:nvPr/>
        </p:nvPicPr>
        <p:blipFill>
          <a:blip r:embed="rId2"/>
          <a:stretch>
            <a:fillRect/>
          </a:stretch>
        </p:blipFill>
        <p:spPr>
          <a:xfrm>
            <a:off x="0" y="175941"/>
            <a:ext cx="9144000" cy="4987562"/>
          </a:xfrm>
          <a:prstGeom prst="rect">
            <a:avLst/>
          </a:prstGeom>
        </p:spPr>
      </p:pic>
    </p:spTree>
    <p:extLst>
      <p:ext uri="{BB962C8B-B14F-4D97-AF65-F5344CB8AC3E}">
        <p14:creationId xmlns:p14="http://schemas.microsoft.com/office/powerpoint/2010/main" val="20772491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B532E5-D3A0-68DE-4E1D-EBE852C644DB}"/>
              </a:ext>
            </a:extLst>
          </p:cNvPr>
          <p:cNvPicPr>
            <a:picLocks noChangeAspect="1"/>
          </p:cNvPicPr>
          <p:nvPr/>
        </p:nvPicPr>
        <p:blipFill>
          <a:blip r:embed="rId2"/>
          <a:stretch>
            <a:fillRect/>
          </a:stretch>
        </p:blipFill>
        <p:spPr>
          <a:xfrm>
            <a:off x="0" y="169002"/>
            <a:ext cx="9144000" cy="4974225"/>
          </a:xfrm>
          <a:prstGeom prst="rect">
            <a:avLst/>
          </a:prstGeom>
        </p:spPr>
      </p:pic>
    </p:spTree>
    <p:extLst>
      <p:ext uri="{BB962C8B-B14F-4D97-AF65-F5344CB8AC3E}">
        <p14:creationId xmlns:p14="http://schemas.microsoft.com/office/powerpoint/2010/main" val="2475635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C42C9E-822E-FAB4-9E3E-218F077F3061}"/>
              </a:ext>
            </a:extLst>
          </p:cNvPr>
          <p:cNvPicPr>
            <a:picLocks noChangeAspect="1"/>
          </p:cNvPicPr>
          <p:nvPr/>
        </p:nvPicPr>
        <p:blipFill>
          <a:blip r:embed="rId2"/>
          <a:stretch>
            <a:fillRect/>
          </a:stretch>
        </p:blipFill>
        <p:spPr>
          <a:xfrm>
            <a:off x="0" y="174581"/>
            <a:ext cx="9144000" cy="4973954"/>
          </a:xfrm>
          <a:prstGeom prst="rect">
            <a:avLst/>
          </a:prstGeom>
        </p:spPr>
      </p:pic>
    </p:spTree>
    <p:extLst>
      <p:ext uri="{BB962C8B-B14F-4D97-AF65-F5344CB8AC3E}">
        <p14:creationId xmlns:p14="http://schemas.microsoft.com/office/powerpoint/2010/main" val="1997188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4" name="Shape 0"/>
          <p:cNvSpPr/>
          <p:nvPr/>
        </p:nvSpPr>
        <p:spPr>
          <a:xfrm>
            <a:off x="0" y="0"/>
            <a:ext cx="9144000" cy="54864"/>
          </a:xfrm>
          <a:prstGeom prst="rect">
            <a:avLst/>
          </a:prstGeom>
          <a:solidFill>
            <a:srgbClr val="4FC3F7"/>
          </a:solidFill>
          <a:ln w="12700">
            <a:solidFill>
              <a:srgbClr val="4FC3F7"/>
            </a:solidFill>
            <a:prstDash val="solid"/>
          </a:ln>
        </p:spPr>
      </p:sp>
      <p:sp>
        <p:nvSpPr>
          <p:cNvPr id="5" name="Text 1"/>
          <p:cNvSpPr/>
          <p:nvPr/>
        </p:nvSpPr>
        <p:spPr>
          <a:xfrm>
            <a:off x="945930" y="274320"/>
            <a:ext cx="7649429" cy="640080"/>
          </a:xfrm>
          <a:prstGeom prst="rect">
            <a:avLst/>
          </a:prstGeom>
          <a:noFill/>
          <a:ln/>
        </p:spPr>
        <p:txBody>
          <a:bodyPr wrap="square" rtlCol="0" anchor="ctr"/>
          <a:lstStyle/>
          <a:p>
            <a:pPr marL="0" indent="0">
              <a:buNone/>
            </a:pPr>
            <a:r>
              <a:rPr lang="en-US" sz="3400" b="1">
                <a:solidFill>
                  <a:srgbClr val="F1F5FB"/>
                </a:solidFill>
                <a:latin typeface="Calibri" pitchFamily="34" charset="0"/>
                <a:ea typeface="Calibri" pitchFamily="34" charset="-122"/>
                <a:cs typeface="Calibri" pitchFamily="34" charset="-120"/>
              </a:rPr>
              <a:t>Demo &amp;</a:t>
            </a:r>
            <a:endParaRPr lang="en-US" sz="3400"/>
          </a:p>
        </p:txBody>
      </p:sp>
      <p:sp>
        <p:nvSpPr>
          <p:cNvPr id="6" name="Text 2"/>
          <p:cNvSpPr/>
          <p:nvPr/>
        </p:nvSpPr>
        <p:spPr>
          <a:xfrm>
            <a:off x="741317" y="895894"/>
            <a:ext cx="7854043" cy="618308"/>
          </a:xfrm>
          <a:prstGeom prst="rect">
            <a:avLst/>
          </a:prstGeom>
          <a:noFill/>
          <a:ln/>
        </p:spPr>
        <p:txBody>
          <a:bodyPr wrap="square" rtlCol="0" anchor="ctr"/>
          <a:lstStyle/>
          <a:p>
            <a:pPr marL="0" indent="0">
              <a:buNone/>
            </a:pPr>
            <a:r>
              <a:rPr lang="en-US" sz="3400" b="1">
                <a:solidFill>
                  <a:srgbClr val="4FC3F7"/>
                </a:solidFill>
                <a:latin typeface="Calibri" pitchFamily="34" charset="0"/>
                <a:ea typeface="Calibri" pitchFamily="34" charset="-122"/>
                <a:cs typeface="Calibri" pitchFamily="34" charset="-120"/>
              </a:rPr>
              <a:t>Screenshots</a:t>
            </a:r>
            <a:endParaRPr lang="en-US" sz="3400"/>
          </a:p>
        </p:txBody>
      </p:sp>
      <p:sp>
        <p:nvSpPr>
          <p:cNvPr id="10" name="Text 6"/>
          <p:cNvSpPr/>
          <p:nvPr/>
        </p:nvSpPr>
        <p:spPr>
          <a:xfrm>
            <a:off x="4663440" y="1691640"/>
            <a:ext cx="4114800" cy="1143000"/>
          </a:xfrm>
          <a:prstGeom prst="rect">
            <a:avLst/>
          </a:prstGeom>
          <a:noFill/>
          <a:ln/>
        </p:spPr>
        <p:txBody>
          <a:bodyPr wrap="square" lIns="91440" tIns="45720" rIns="91440" bIns="45720" rtlCol="0" anchor="ctr"/>
          <a:lstStyle/>
          <a:p>
            <a:pPr marL="0" indent="0" algn="ctr">
              <a:buNone/>
            </a:pPr>
            <a:endParaRPr lang="en-US" sz="1200">
              <a:solidFill>
                <a:srgbClr val="8892A4"/>
              </a:solidFill>
              <a:ea typeface="Calibri"/>
              <a:cs typeface="Calibri"/>
            </a:endParaRPr>
          </a:p>
        </p:txBody>
      </p:sp>
      <p:sp>
        <p:nvSpPr>
          <p:cNvPr id="12" name="Text 8"/>
          <p:cNvSpPr/>
          <p:nvPr/>
        </p:nvSpPr>
        <p:spPr>
          <a:xfrm>
            <a:off x="4663440" y="3017520"/>
            <a:ext cx="4114800" cy="1234440"/>
          </a:xfrm>
          <a:prstGeom prst="rect">
            <a:avLst/>
          </a:prstGeom>
          <a:noFill/>
          <a:ln/>
        </p:spPr>
        <p:txBody>
          <a:bodyPr wrap="square" lIns="91440" tIns="45720" rIns="91440" bIns="45720" rtlCol="0" anchor="ctr"/>
          <a:lstStyle/>
          <a:p>
            <a:pPr marL="0" indent="0" algn="ctr">
              <a:buNone/>
            </a:pPr>
            <a:endParaRPr lang="en-US" sz="1200">
              <a:solidFill>
                <a:srgbClr val="8892A4"/>
              </a:solidFill>
              <a:ea typeface="Calibri"/>
              <a:cs typeface="Calibri"/>
            </a:endParaRPr>
          </a:p>
        </p:txBody>
      </p:sp>
      <p:sp>
        <p:nvSpPr>
          <p:cNvPr id="13" name="Text 9"/>
          <p:cNvSpPr/>
          <p:nvPr/>
        </p:nvSpPr>
        <p:spPr>
          <a:xfrm>
            <a:off x="365760" y="4389120"/>
            <a:ext cx="8412480" cy="365760"/>
          </a:xfrm>
          <a:prstGeom prst="rect">
            <a:avLst/>
          </a:prstGeom>
          <a:noFill/>
          <a:ln/>
        </p:spPr>
        <p:txBody>
          <a:bodyPr wrap="square" lIns="91440" tIns="45720" rIns="91440" bIns="45720" rtlCol="0" anchor="ctr"/>
          <a:lstStyle/>
          <a:p>
            <a:pPr marL="0" indent="0" algn="ctr">
              <a:buNone/>
            </a:pPr>
            <a:endParaRPr lang="en-US" sz="1000">
              <a:solidFill>
                <a:srgbClr val="8892A4"/>
              </a:solidFill>
              <a:ea typeface="Calibri"/>
              <a:cs typeface="Calibri"/>
            </a:endParaRPr>
          </a:p>
        </p:txBody>
      </p:sp>
      <p:pic>
        <p:nvPicPr>
          <p:cNvPr id="14" name="Picture 13" descr="A screenshot of a computer&#10;&#10;AI-generated content may be incorrect.">
            <a:extLst>
              <a:ext uri="{FF2B5EF4-FFF2-40B4-BE49-F238E27FC236}">
                <a16:creationId xmlns:a16="http://schemas.microsoft.com/office/drawing/2014/main" id="{54AF4A39-00A6-221C-793E-A7460991C378}"/>
              </a:ext>
            </a:extLst>
          </p:cNvPr>
          <p:cNvPicPr>
            <a:picLocks noChangeAspect="1"/>
          </p:cNvPicPr>
          <p:nvPr/>
        </p:nvPicPr>
        <p:blipFill>
          <a:blip r:embed="rId5"/>
          <a:stretch>
            <a:fillRect/>
          </a:stretch>
        </p:blipFill>
        <p:spPr>
          <a:xfrm>
            <a:off x="107774" y="1513115"/>
            <a:ext cx="4372779" cy="2873829"/>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EFE4255A-9F0B-CFE2-36BC-274930CC55E4}"/>
              </a:ext>
            </a:extLst>
          </p:cNvPr>
          <p:cNvPicPr>
            <a:picLocks noChangeAspect="1"/>
          </p:cNvPicPr>
          <p:nvPr/>
        </p:nvPicPr>
        <p:blipFill>
          <a:blip r:embed="rId6"/>
          <a:stretch>
            <a:fillRect/>
          </a:stretch>
        </p:blipFill>
        <p:spPr>
          <a:xfrm>
            <a:off x="4849823" y="1524000"/>
            <a:ext cx="4027242" cy="286294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pic>
        <p:nvPicPr>
          <p:cNvPr id="43" name="Image 0" descr="preencoded.png">
            <a:extLst>
              <a:ext uri="{FF2B5EF4-FFF2-40B4-BE49-F238E27FC236}">
                <a16:creationId xmlns:a16="http://schemas.microsoft.com/office/drawing/2014/main" id="{07C1CBD1-A98C-F63E-284D-2F410733B7FA}"/>
              </a:ext>
            </a:extLst>
          </p:cNvPr>
          <p:cNvPicPr>
            <a:picLocks noChangeAspect="1"/>
          </p:cNvPicPr>
          <p:nvPr/>
        </p:nvPicPr>
        <p:blipFill>
          <a:blip r:embed="rId3"/>
          <a:stretch>
            <a:fillRect/>
          </a:stretch>
        </p:blipFill>
        <p:spPr>
          <a:xfrm>
            <a:off x="109728" y="73152"/>
            <a:ext cx="658368" cy="658368"/>
          </a:xfrm>
          <a:prstGeom prst="ellipse">
            <a:avLst/>
          </a:prstGeom>
        </p:spPr>
      </p:pic>
      <p:pic>
        <p:nvPicPr>
          <p:cNvPr id="45" name="Image 1" descr="preencoded.png">
            <a:extLst>
              <a:ext uri="{FF2B5EF4-FFF2-40B4-BE49-F238E27FC236}">
                <a16:creationId xmlns:a16="http://schemas.microsoft.com/office/drawing/2014/main" id="{716CDC99-78E6-AC13-535B-821CF233AA72}"/>
              </a:ext>
            </a:extLst>
          </p:cNvPr>
          <p:cNvPicPr>
            <a:picLocks noChangeAspect="1"/>
          </p:cNvPicPr>
          <p:nvPr/>
        </p:nvPicPr>
        <p:blipFill>
          <a:blip r:embed="rId4"/>
          <a:stretch>
            <a:fillRect/>
          </a:stretch>
        </p:blipFill>
        <p:spPr>
          <a:xfrm>
            <a:off x="8375904" y="73152"/>
            <a:ext cx="658368" cy="658368"/>
          </a:xfrm>
          <a:prstGeom prst="rect">
            <a:avLst/>
          </a:prstGeom>
        </p:spPr>
      </p:pic>
      <p:sp>
        <p:nvSpPr>
          <p:cNvPr id="47" name="Shape 0">
            <a:extLst>
              <a:ext uri="{FF2B5EF4-FFF2-40B4-BE49-F238E27FC236}">
                <a16:creationId xmlns:a16="http://schemas.microsoft.com/office/drawing/2014/main" id="{CEF4C515-F89B-9658-5F68-DCE356721F33}"/>
              </a:ext>
            </a:extLst>
          </p:cNvPr>
          <p:cNvSpPr/>
          <p:nvPr/>
        </p:nvSpPr>
        <p:spPr>
          <a:xfrm>
            <a:off x="0" y="0"/>
            <a:ext cx="9144000" cy="54864"/>
          </a:xfrm>
          <a:prstGeom prst="rect">
            <a:avLst/>
          </a:prstGeom>
          <a:solidFill>
            <a:srgbClr val="4FC3F7"/>
          </a:solidFill>
          <a:ln w="12700">
            <a:solidFill>
              <a:srgbClr val="4FC3F7"/>
            </a:solidFill>
            <a:prstDash val="solid"/>
          </a:ln>
        </p:spPr>
      </p:sp>
      <p:sp>
        <p:nvSpPr>
          <p:cNvPr id="49" name="Text 1">
            <a:extLst>
              <a:ext uri="{FF2B5EF4-FFF2-40B4-BE49-F238E27FC236}">
                <a16:creationId xmlns:a16="http://schemas.microsoft.com/office/drawing/2014/main" id="{17E7A986-44D6-6BFA-AEA9-9BF1BCC63321}"/>
              </a:ext>
            </a:extLst>
          </p:cNvPr>
          <p:cNvSpPr/>
          <p:nvPr/>
        </p:nvSpPr>
        <p:spPr>
          <a:xfrm>
            <a:off x="945930" y="274320"/>
            <a:ext cx="7649429" cy="640080"/>
          </a:xfrm>
          <a:prstGeom prst="rect">
            <a:avLst/>
          </a:prstGeom>
          <a:noFill/>
          <a:ln/>
        </p:spPr>
        <p:txBody>
          <a:bodyPr wrap="square" rtlCol="0" anchor="ctr"/>
          <a:lstStyle/>
          <a:p>
            <a:pPr marL="0" indent="0">
              <a:buNone/>
            </a:pPr>
            <a:r>
              <a:rPr lang="en-US" sz="3400" b="1">
                <a:solidFill>
                  <a:srgbClr val="F1F5FB"/>
                </a:solidFill>
                <a:latin typeface="Calibri" pitchFamily="34" charset="0"/>
                <a:ea typeface="Calibri" pitchFamily="34" charset="-122"/>
                <a:cs typeface="Calibri" pitchFamily="34" charset="-120"/>
              </a:rPr>
              <a:t>Demo &amp;</a:t>
            </a:r>
            <a:endParaRPr lang="en-US" sz="3400"/>
          </a:p>
        </p:txBody>
      </p:sp>
      <p:sp>
        <p:nvSpPr>
          <p:cNvPr id="51" name="Text 2">
            <a:extLst>
              <a:ext uri="{FF2B5EF4-FFF2-40B4-BE49-F238E27FC236}">
                <a16:creationId xmlns:a16="http://schemas.microsoft.com/office/drawing/2014/main" id="{CBB404D0-216D-9D88-8062-0CA00702070C}"/>
              </a:ext>
            </a:extLst>
          </p:cNvPr>
          <p:cNvSpPr/>
          <p:nvPr/>
        </p:nvSpPr>
        <p:spPr>
          <a:xfrm>
            <a:off x="741317" y="895894"/>
            <a:ext cx="7854043" cy="618308"/>
          </a:xfrm>
          <a:prstGeom prst="rect">
            <a:avLst/>
          </a:prstGeom>
          <a:noFill/>
          <a:ln/>
        </p:spPr>
        <p:txBody>
          <a:bodyPr wrap="square" rtlCol="0" anchor="ctr"/>
          <a:lstStyle/>
          <a:p>
            <a:pPr marL="0" indent="0">
              <a:buNone/>
            </a:pPr>
            <a:r>
              <a:rPr lang="en-US" sz="3400" b="1">
                <a:solidFill>
                  <a:srgbClr val="4FC3F7"/>
                </a:solidFill>
                <a:latin typeface="Calibri" pitchFamily="34" charset="0"/>
                <a:ea typeface="Calibri" pitchFamily="34" charset="-122"/>
                <a:cs typeface="Calibri" pitchFamily="34" charset="-120"/>
              </a:rPr>
              <a:t>Screenshots</a:t>
            </a:r>
            <a:endParaRPr lang="en-US" sz="3400"/>
          </a:p>
        </p:txBody>
      </p:sp>
      <p:sp>
        <p:nvSpPr>
          <p:cNvPr id="53" name="Text 6">
            <a:extLst>
              <a:ext uri="{FF2B5EF4-FFF2-40B4-BE49-F238E27FC236}">
                <a16:creationId xmlns:a16="http://schemas.microsoft.com/office/drawing/2014/main" id="{23997E04-641C-895F-487A-6730EF8A8753}"/>
              </a:ext>
            </a:extLst>
          </p:cNvPr>
          <p:cNvSpPr/>
          <p:nvPr/>
        </p:nvSpPr>
        <p:spPr>
          <a:xfrm>
            <a:off x="4663440" y="1691640"/>
            <a:ext cx="4114800" cy="1143000"/>
          </a:xfrm>
          <a:prstGeom prst="rect">
            <a:avLst/>
          </a:prstGeom>
          <a:noFill/>
          <a:ln/>
        </p:spPr>
        <p:txBody>
          <a:bodyPr wrap="square" lIns="91440" tIns="45720" rIns="91440" bIns="45720" rtlCol="0" anchor="ctr"/>
          <a:lstStyle/>
          <a:p>
            <a:pPr marL="0" indent="0" algn="ctr">
              <a:buNone/>
            </a:pPr>
            <a:endParaRPr lang="en-US" sz="1200">
              <a:solidFill>
                <a:srgbClr val="8892A4"/>
              </a:solidFill>
              <a:ea typeface="Calibri"/>
              <a:cs typeface="Calibri"/>
            </a:endParaRPr>
          </a:p>
        </p:txBody>
      </p:sp>
      <p:sp>
        <p:nvSpPr>
          <p:cNvPr id="55" name="Text 8">
            <a:extLst>
              <a:ext uri="{FF2B5EF4-FFF2-40B4-BE49-F238E27FC236}">
                <a16:creationId xmlns:a16="http://schemas.microsoft.com/office/drawing/2014/main" id="{DEF53802-6EC5-36FD-3FD1-B10E281941E3}"/>
              </a:ext>
            </a:extLst>
          </p:cNvPr>
          <p:cNvSpPr/>
          <p:nvPr/>
        </p:nvSpPr>
        <p:spPr>
          <a:xfrm>
            <a:off x="4663440" y="3017520"/>
            <a:ext cx="4114800" cy="1234440"/>
          </a:xfrm>
          <a:prstGeom prst="rect">
            <a:avLst/>
          </a:prstGeom>
          <a:noFill/>
          <a:ln/>
        </p:spPr>
        <p:txBody>
          <a:bodyPr wrap="square" lIns="91440" tIns="45720" rIns="91440" bIns="45720" rtlCol="0" anchor="ctr"/>
          <a:lstStyle/>
          <a:p>
            <a:pPr marL="0" indent="0" algn="ctr">
              <a:buNone/>
            </a:pPr>
            <a:endParaRPr lang="en-US" sz="1200">
              <a:solidFill>
                <a:srgbClr val="8892A4"/>
              </a:solidFill>
              <a:ea typeface="Calibri"/>
              <a:cs typeface="Calibri"/>
            </a:endParaRPr>
          </a:p>
        </p:txBody>
      </p:sp>
      <p:sp>
        <p:nvSpPr>
          <p:cNvPr id="57" name="Text 9">
            <a:extLst>
              <a:ext uri="{FF2B5EF4-FFF2-40B4-BE49-F238E27FC236}">
                <a16:creationId xmlns:a16="http://schemas.microsoft.com/office/drawing/2014/main" id="{2670056B-3A33-893F-DAE7-C2D1CC8434F2}"/>
              </a:ext>
            </a:extLst>
          </p:cNvPr>
          <p:cNvSpPr/>
          <p:nvPr/>
        </p:nvSpPr>
        <p:spPr>
          <a:xfrm>
            <a:off x="365760" y="4389120"/>
            <a:ext cx="8412480" cy="365760"/>
          </a:xfrm>
          <a:prstGeom prst="rect">
            <a:avLst/>
          </a:prstGeom>
          <a:noFill/>
          <a:ln/>
        </p:spPr>
        <p:txBody>
          <a:bodyPr wrap="square" lIns="91440" tIns="45720" rIns="91440" bIns="45720" rtlCol="0" anchor="ctr"/>
          <a:lstStyle/>
          <a:p>
            <a:pPr marL="0" indent="0" algn="ctr">
              <a:buNone/>
            </a:pPr>
            <a:endParaRPr lang="en-US" sz="1000">
              <a:solidFill>
                <a:srgbClr val="8892A4"/>
              </a:solidFill>
              <a:ea typeface="Calibri"/>
              <a:cs typeface="Calibri"/>
            </a:endParaRPr>
          </a:p>
        </p:txBody>
      </p:sp>
      <p:pic>
        <p:nvPicPr>
          <p:cNvPr id="62" name="Picture 61" descr="A screenshot of a computer&#10;&#10;AI-generated content may be incorrect.">
            <a:extLst>
              <a:ext uri="{FF2B5EF4-FFF2-40B4-BE49-F238E27FC236}">
                <a16:creationId xmlns:a16="http://schemas.microsoft.com/office/drawing/2014/main" id="{ADFF86BA-9E97-A1B8-127D-C951B35BCF20}"/>
              </a:ext>
            </a:extLst>
          </p:cNvPr>
          <p:cNvPicPr>
            <a:picLocks noChangeAspect="1"/>
          </p:cNvPicPr>
          <p:nvPr/>
        </p:nvPicPr>
        <p:blipFill>
          <a:blip r:embed="rId5"/>
          <a:stretch>
            <a:fillRect/>
          </a:stretch>
        </p:blipFill>
        <p:spPr>
          <a:xfrm>
            <a:off x="107581" y="1502228"/>
            <a:ext cx="4307853" cy="2672445"/>
          </a:xfrm>
          <a:prstGeom prst="rect">
            <a:avLst/>
          </a:prstGeom>
        </p:spPr>
      </p:pic>
      <p:pic>
        <p:nvPicPr>
          <p:cNvPr id="63" name="Picture 62" descr="A screenshot of a computer&#10;&#10;AI-generated content may be incorrect.">
            <a:extLst>
              <a:ext uri="{FF2B5EF4-FFF2-40B4-BE49-F238E27FC236}">
                <a16:creationId xmlns:a16="http://schemas.microsoft.com/office/drawing/2014/main" id="{1F7580BF-7D15-8BD9-87E3-CE7D8395646B}"/>
              </a:ext>
            </a:extLst>
          </p:cNvPr>
          <p:cNvPicPr>
            <a:picLocks noChangeAspect="1"/>
          </p:cNvPicPr>
          <p:nvPr/>
        </p:nvPicPr>
        <p:blipFill>
          <a:blip r:embed="rId6"/>
          <a:stretch>
            <a:fillRect/>
          </a:stretch>
        </p:blipFill>
        <p:spPr>
          <a:xfrm>
            <a:off x="4919609" y="1507669"/>
            <a:ext cx="4116267" cy="266700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4" name="Shape 0"/>
          <p:cNvSpPr/>
          <p:nvPr/>
        </p:nvSpPr>
        <p:spPr>
          <a:xfrm>
            <a:off x="6858000" y="2286000"/>
            <a:ext cx="3657600" cy="3657600"/>
          </a:xfrm>
          <a:prstGeom prst="ellipse">
            <a:avLst/>
          </a:prstGeom>
          <a:solidFill>
            <a:srgbClr val="6C63FF">
              <a:alpha val="8000"/>
            </a:srgbClr>
          </a:solidFill>
          <a:ln w="12700">
            <a:solidFill>
              <a:srgbClr val="6C63FF"/>
            </a:solidFill>
            <a:prstDash val="solid"/>
          </a:ln>
        </p:spPr>
      </p:sp>
      <p:sp>
        <p:nvSpPr>
          <p:cNvPr id="5" name="Shape 1"/>
          <p:cNvSpPr/>
          <p:nvPr/>
        </p:nvSpPr>
        <p:spPr>
          <a:xfrm>
            <a:off x="-1371600" y="-914400"/>
            <a:ext cx="3200400" cy="3200400"/>
          </a:xfrm>
          <a:prstGeom prst="ellipse">
            <a:avLst/>
          </a:prstGeom>
          <a:solidFill>
            <a:srgbClr val="4FC3F7">
              <a:alpha val="10000"/>
            </a:srgbClr>
          </a:solidFill>
          <a:ln w="12700">
            <a:solidFill>
              <a:srgbClr val="4FC3F7"/>
            </a:solidFill>
            <a:prstDash val="solid"/>
          </a:ln>
        </p:spPr>
      </p:sp>
      <p:sp>
        <p:nvSpPr>
          <p:cNvPr id="6" name="Shape 2"/>
          <p:cNvSpPr/>
          <p:nvPr/>
        </p:nvSpPr>
        <p:spPr>
          <a:xfrm>
            <a:off x="365760" y="1371600"/>
            <a:ext cx="3657600" cy="0"/>
          </a:xfrm>
          <a:prstGeom prst="line">
            <a:avLst/>
          </a:prstGeom>
          <a:noFill/>
          <a:ln w="19050">
            <a:solidFill>
              <a:srgbClr val="6C63FF"/>
            </a:solidFill>
            <a:prstDash val="solid"/>
          </a:ln>
        </p:spPr>
      </p:sp>
      <p:sp>
        <p:nvSpPr>
          <p:cNvPr id="7" name="Text 3"/>
          <p:cNvSpPr/>
          <p:nvPr/>
        </p:nvSpPr>
        <p:spPr>
          <a:xfrm>
            <a:off x="768096" y="320040"/>
            <a:ext cx="5084064" cy="685800"/>
          </a:xfrm>
          <a:prstGeom prst="rect">
            <a:avLst/>
          </a:prstGeom>
          <a:noFill/>
          <a:ln/>
        </p:spPr>
        <p:txBody>
          <a:bodyPr wrap="square" rtlCol="0" anchor="ctr"/>
          <a:lstStyle/>
          <a:p>
            <a:pPr marL="0" indent="0">
              <a:buNone/>
            </a:pPr>
            <a:r>
              <a:rPr lang="en-US" sz="3600" b="1">
                <a:solidFill>
                  <a:srgbClr val="F1F5FB"/>
                </a:solidFill>
                <a:latin typeface="Calibri" pitchFamily="34" charset="0"/>
                <a:ea typeface="Calibri" pitchFamily="34" charset="-122"/>
                <a:cs typeface="Calibri" pitchFamily="34" charset="-120"/>
              </a:rPr>
              <a:t>Conclusion</a:t>
            </a:r>
            <a:endParaRPr lang="en-US" sz="3600"/>
          </a:p>
        </p:txBody>
      </p:sp>
      <p:sp>
        <p:nvSpPr>
          <p:cNvPr id="8" name="Shape 4"/>
          <p:cNvSpPr/>
          <p:nvPr/>
        </p:nvSpPr>
        <p:spPr>
          <a:xfrm>
            <a:off x="365760" y="1508760"/>
            <a:ext cx="5303520" cy="868680"/>
          </a:xfrm>
          <a:prstGeom prst="roundRect">
            <a:avLst>
              <a:gd name="adj" fmla="val 8421"/>
            </a:avLst>
          </a:prstGeom>
          <a:solidFill>
            <a:srgbClr val="141B2D"/>
          </a:solidFill>
          <a:ln w="12700">
            <a:solidFill>
              <a:srgbClr val="6C63FF"/>
            </a:solidFill>
            <a:prstDash val="solid"/>
          </a:ln>
        </p:spPr>
      </p:sp>
      <p:sp>
        <p:nvSpPr>
          <p:cNvPr id="9" name="Text 5"/>
          <p:cNvSpPr/>
          <p:nvPr/>
        </p:nvSpPr>
        <p:spPr>
          <a:xfrm>
            <a:off x="594360" y="1560141"/>
            <a:ext cx="1828800" cy="242098"/>
          </a:xfrm>
          <a:prstGeom prst="rect">
            <a:avLst/>
          </a:prstGeom>
          <a:noFill/>
          <a:ln/>
        </p:spPr>
        <p:txBody>
          <a:bodyPr wrap="square" rtlCol="0" anchor="ctr"/>
          <a:lstStyle/>
          <a:p>
            <a:pPr marL="0" indent="0">
              <a:buNone/>
            </a:pPr>
            <a:r>
              <a:rPr lang="en-US" sz="1300" b="1">
                <a:solidFill>
                  <a:srgbClr val="6C63FF"/>
                </a:solidFill>
                <a:latin typeface="Calibri" pitchFamily="34" charset="0"/>
                <a:ea typeface="Calibri" pitchFamily="34" charset="-122"/>
                <a:cs typeface="Calibri" pitchFamily="34" charset="-120"/>
              </a:rPr>
              <a:t>Summary</a:t>
            </a:r>
            <a:endParaRPr lang="en-US" sz="1300"/>
          </a:p>
        </p:txBody>
      </p:sp>
      <p:sp>
        <p:nvSpPr>
          <p:cNvPr id="10" name="Text 6"/>
          <p:cNvSpPr/>
          <p:nvPr/>
        </p:nvSpPr>
        <p:spPr>
          <a:xfrm>
            <a:off x="594360" y="1920240"/>
            <a:ext cx="4754880" cy="320040"/>
          </a:xfrm>
          <a:prstGeom prst="rect">
            <a:avLst/>
          </a:prstGeom>
          <a:noFill/>
          <a:ln/>
        </p:spPr>
        <p:txBody>
          <a:bodyPr wrap="square" lIns="91440" tIns="45720" rIns="91440" bIns="45720" rtlCol="0" anchor="ctr"/>
          <a:lstStyle/>
          <a:p>
            <a:r>
              <a:rPr lang="en-US" sz="1100">
                <a:solidFill>
                  <a:srgbClr val="8892A4"/>
                </a:solidFill>
                <a:ea typeface="+mn-lt"/>
                <a:cs typeface="+mn-lt"/>
              </a:rPr>
              <a:t>This project successfully built an end-to-end digital marketing data pipeline that collects, processes, and stores data from multiple sources in a centralized warehouse for analytics.</a:t>
            </a:r>
            <a:endParaRPr lang="en-US"/>
          </a:p>
        </p:txBody>
      </p:sp>
      <p:sp>
        <p:nvSpPr>
          <p:cNvPr id="11" name="Shape 7"/>
          <p:cNvSpPr/>
          <p:nvPr/>
        </p:nvSpPr>
        <p:spPr>
          <a:xfrm>
            <a:off x="365760" y="2560320"/>
            <a:ext cx="5303520" cy="868680"/>
          </a:xfrm>
          <a:prstGeom prst="roundRect">
            <a:avLst>
              <a:gd name="adj" fmla="val 8421"/>
            </a:avLst>
          </a:prstGeom>
          <a:solidFill>
            <a:srgbClr val="141B2D"/>
          </a:solidFill>
          <a:ln w="12700">
            <a:solidFill>
              <a:srgbClr val="4FC3F7"/>
            </a:solidFill>
            <a:prstDash val="solid"/>
          </a:ln>
        </p:spPr>
      </p:sp>
      <p:sp>
        <p:nvSpPr>
          <p:cNvPr id="12" name="Text 8"/>
          <p:cNvSpPr/>
          <p:nvPr/>
        </p:nvSpPr>
        <p:spPr>
          <a:xfrm>
            <a:off x="594360" y="2617144"/>
            <a:ext cx="1828800" cy="242098"/>
          </a:xfrm>
          <a:prstGeom prst="rect">
            <a:avLst/>
          </a:prstGeom>
          <a:noFill/>
          <a:ln/>
        </p:spPr>
        <p:txBody>
          <a:bodyPr wrap="square" rtlCol="0" anchor="ctr"/>
          <a:lstStyle/>
          <a:p>
            <a:pPr marL="0" indent="0">
              <a:buNone/>
            </a:pPr>
            <a:r>
              <a:rPr lang="en-US" sz="1300" b="1">
                <a:solidFill>
                  <a:srgbClr val="4FC3F7"/>
                </a:solidFill>
                <a:latin typeface="Calibri" pitchFamily="34" charset="0"/>
                <a:ea typeface="Calibri" pitchFamily="34" charset="-122"/>
                <a:cs typeface="Calibri" pitchFamily="34" charset="-120"/>
              </a:rPr>
              <a:t>Learnings</a:t>
            </a:r>
            <a:endParaRPr lang="en-US" sz="1300"/>
          </a:p>
        </p:txBody>
      </p:sp>
      <p:sp>
        <p:nvSpPr>
          <p:cNvPr id="13" name="Text 9"/>
          <p:cNvSpPr/>
          <p:nvPr/>
        </p:nvSpPr>
        <p:spPr>
          <a:xfrm>
            <a:off x="594360" y="2971800"/>
            <a:ext cx="4754880" cy="320040"/>
          </a:xfrm>
          <a:prstGeom prst="rect">
            <a:avLst/>
          </a:prstGeom>
          <a:noFill/>
          <a:ln/>
        </p:spPr>
        <p:txBody>
          <a:bodyPr wrap="square" lIns="91440" tIns="45720" rIns="91440" bIns="45720" rtlCol="0" anchor="ctr"/>
          <a:lstStyle/>
          <a:p>
            <a:r>
              <a:rPr lang="en-US" sz="1100">
                <a:solidFill>
                  <a:srgbClr val="8892A4"/>
                </a:solidFill>
                <a:ea typeface="+mn-lt"/>
                <a:cs typeface="+mn-lt"/>
              </a:rPr>
              <a:t>Through this project, we gained practical experience in data engineering concepts such as ETL pipelines, data modeling, cloud storage, and marketing analytics.</a:t>
            </a:r>
            <a:endParaRPr lang="en-US"/>
          </a:p>
        </p:txBody>
      </p:sp>
      <p:sp>
        <p:nvSpPr>
          <p:cNvPr id="14" name="Shape 10"/>
          <p:cNvSpPr/>
          <p:nvPr/>
        </p:nvSpPr>
        <p:spPr>
          <a:xfrm>
            <a:off x="365760" y="3611880"/>
            <a:ext cx="5303520" cy="868680"/>
          </a:xfrm>
          <a:prstGeom prst="roundRect">
            <a:avLst>
              <a:gd name="adj" fmla="val 8421"/>
            </a:avLst>
          </a:prstGeom>
          <a:solidFill>
            <a:srgbClr val="141B2D"/>
          </a:solidFill>
          <a:ln w="12700">
            <a:solidFill>
              <a:srgbClr val="00E676"/>
            </a:solidFill>
            <a:prstDash val="solid"/>
          </a:ln>
        </p:spPr>
      </p:sp>
      <p:sp>
        <p:nvSpPr>
          <p:cNvPr id="15" name="Text 11"/>
          <p:cNvSpPr/>
          <p:nvPr/>
        </p:nvSpPr>
        <p:spPr>
          <a:xfrm>
            <a:off x="594360" y="3685032"/>
            <a:ext cx="1828800" cy="329184"/>
          </a:xfrm>
          <a:prstGeom prst="rect">
            <a:avLst/>
          </a:prstGeom>
          <a:noFill/>
          <a:ln/>
        </p:spPr>
        <p:txBody>
          <a:bodyPr wrap="square" rtlCol="0" anchor="ctr"/>
          <a:lstStyle/>
          <a:p>
            <a:pPr marL="0" indent="0">
              <a:buNone/>
            </a:pPr>
            <a:r>
              <a:rPr lang="en-US" sz="1300" b="1">
                <a:solidFill>
                  <a:srgbClr val="00E676"/>
                </a:solidFill>
                <a:latin typeface="Calibri" pitchFamily="34" charset="0"/>
                <a:ea typeface="Calibri" pitchFamily="34" charset="-122"/>
                <a:cs typeface="Calibri" pitchFamily="34" charset="-120"/>
              </a:rPr>
              <a:t>Future Work</a:t>
            </a:r>
            <a:endParaRPr lang="en-US" sz="1300"/>
          </a:p>
        </p:txBody>
      </p:sp>
      <p:sp>
        <p:nvSpPr>
          <p:cNvPr id="16" name="Text 12"/>
          <p:cNvSpPr/>
          <p:nvPr/>
        </p:nvSpPr>
        <p:spPr>
          <a:xfrm>
            <a:off x="594360" y="4023360"/>
            <a:ext cx="4754880" cy="320040"/>
          </a:xfrm>
          <a:prstGeom prst="rect">
            <a:avLst/>
          </a:prstGeom>
          <a:noFill/>
          <a:ln/>
        </p:spPr>
        <p:txBody>
          <a:bodyPr wrap="square" lIns="91440" tIns="45720" rIns="91440" bIns="45720" rtlCol="0" anchor="ctr"/>
          <a:lstStyle/>
          <a:p>
            <a:r>
              <a:rPr lang="en-US" sz="1100">
                <a:solidFill>
                  <a:srgbClr val="8892A4"/>
                </a:solidFill>
                <a:ea typeface="+mn-lt"/>
                <a:cs typeface="+mn-lt"/>
              </a:rPr>
              <a:t>In the future, the system can be enhanced with real-time data streaming, machine learning models, and more advanced analytics dashboards.</a:t>
            </a:r>
            <a:endParaRPr lang="en-US"/>
          </a:p>
        </p:txBody>
      </p:sp>
      <p:sp>
        <p:nvSpPr>
          <p:cNvPr id="17" name="Shape 13"/>
          <p:cNvSpPr/>
          <p:nvPr/>
        </p:nvSpPr>
        <p:spPr>
          <a:xfrm>
            <a:off x="5760720" y="1371600"/>
            <a:ext cx="3108960" cy="3474720"/>
          </a:xfrm>
          <a:prstGeom prst="roundRect">
            <a:avLst>
              <a:gd name="adj" fmla="val 3529"/>
            </a:avLst>
          </a:prstGeom>
          <a:solidFill>
            <a:srgbClr val="1A2340"/>
          </a:solidFill>
          <a:ln w="12700">
            <a:solidFill>
              <a:srgbClr val="6C63FF"/>
            </a:solidFill>
            <a:prstDash val="solid"/>
          </a:ln>
        </p:spPr>
      </p:sp>
      <p:sp>
        <p:nvSpPr>
          <p:cNvPr id="18" name="Text 14"/>
          <p:cNvSpPr/>
          <p:nvPr/>
        </p:nvSpPr>
        <p:spPr>
          <a:xfrm>
            <a:off x="5760720" y="1737360"/>
            <a:ext cx="3108960" cy="594360"/>
          </a:xfrm>
          <a:prstGeom prst="rect">
            <a:avLst/>
          </a:prstGeom>
          <a:noFill/>
          <a:ln/>
        </p:spPr>
        <p:txBody>
          <a:bodyPr wrap="square" rtlCol="0" anchor="ctr"/>
          <a:lstStyle/>
          <a:p>
            <a:pPr marL="0" indent="0" algn="ctr">
              <a:buNone/>
            </a:pPr>
            <a:r>
              <a:rPr lang="en-US" sz="3000" b="1">
                <a:solidFill>
                  <a:srgbClr val="F1F5FB"/>
                </a:solidFill>
                <a:latin typeface="Calibri" pitchFamily="34" charset="0"/>
                <a:ea typeface="Calibri" pitchFamily="34" charset="-122"/>
                <a:cs typeface="Calibri" pitchFamily="34" charset="-120"/>
              </a:rPr>
              <a:t>Thank</a:t>
            </a:r>
            <a:endParaRPr lang="en-US" sz="3000"/>
          </a:p>
        </p:txBody>
      </p:sp>
      <p:sp>
        <p:nvSpPr>
          <p:cNvPr id="19" name="Text 15"/>
          <p:cNvSpPr/>
          <p:nvPr/>
        </p:nvSpPr>
        <p:spPr>
          <a:xfrm>
            <a:off x="5760720" y="2286000"/>
            <a:ext cx="3108960" cy="594360"/>
          </a:xfrm>
          <a:prstGeom prst="rect">
            <a:avLst/>
          </a:prstGeom>
          <a:noFill/>
          <a:ln/>
        </p:spPr>
        <p:txBody>
          <a:bodyPr wrap="square" rtlCol="0" anchor="ctr"/>
          <a:lstStyle/>
          <a:p>
            <a:pPr marL="0" indent="0" algn="ctr">
              <a:buNone/>
            </a:pPr>
            <a:r>
              <a:rPr lang="en-US" sz="3000" b="1">
                <a:solidFill>
                  <a:srgbClr val="6C63FF"/>
                </a:solidFill>
                <a:latin typeface="Calibri" pitchFamily="34" charset="0"/>
                <a:ea typeface="Calibri" pitchFamily="34" charset="-122"/>
                <a:cs typeface="Calibri" pitchFamily="34" charset="-120"/>
              </a:rPr>
              <a:t>You!</a:t>
            </a:r>
            <a:endParaRPr lang="en-US" sz="3000"/>
          </a:p>
        </p:txBody>
      </p:sp>
      <p:sp>
        <p:nvSpPr>
          <p:cNvPr id="20" name="Shape 16"/>
          <p:cNvSpPr/>
          <p:nvPr/>
        </p:nvSpPr>
        <p:spPr>
          <a:xfrm>
            <a:off x="6217920" y="2971800"/>
            <a:ext cx="2194560" cy="0"/>
          </a:xfrm>
          <a:prstGeom prst="line">
            <a:avLst/>
          </a:prstGeom>
          <a:noFill/>
          <a:ln w="6350">
            <a:solidFill>
              <a:srgbClr val="1E2D4A"/>
            </a:solidFill>
            <a:prstDash val="solid"/>
          </a:ln>
        </p:spPr>
      </p:sp>
      <p:sp>
        <p:nvSpPr>
          <p:cNvPr id="21" name="Text 17"/>
          <p:cNvSpPr/>
          <p:nvPr/>
        </p:nvSpPr>
        <p:spPr>
          <a:xfrm>
            <a:off x="5760720" y="3154680"/>
            <a:ext cx="3108960" cy="731520"/>
          </a:xfrm>
          <a:prstGeom prst="rect">
            <a:avLst/>
          </a:prstGeom>
          <a:noFill/>
          <a:ln/>
        </p:spPr>
        <p:txBody>
          <a:bodyPr wrap="square" lIns="91440" tIns="45720" rIns="91440" bIns="45720" rtlCol="0" anchor="ctr"/>
          <a:lstStyle/>
          <a:p>
            <a:pPr algn="ctr"/>
            <a:r>
              <a:rPr lang="en-US" sz="1100" err="1">
                <a:solidFill>
                  <a:srgbClr val="8892A4"/>
                </a:solidFill>
                <a:latin typeface="Calibri"/>
                <a:ea typeface="Calibri"/>
                <a:cs typeface="Calibri"/>
              </a:rPr>
              <a:t>هشام</a:t>
            </a:r>
            <a:r>
              <a:rPr lang="en-US" sz="1100">
                <a:solidFill>
                  <a:srgbClr val="8892A4"/>
                </a:solidFill>
                <a:latin typeface="Calibri"/>
                <a:ea typeface="Calibri"/>
                <a:cs typeface="Calibri"/>
              </a:rPr>
              <a:t> </a:t>
            </a:r>
            <a:r>
              <a:rPr lang="en-US" sz="1100" err="1">
                <a:solidFill>
                  <a:srgbClr val="8892A4"/>
                </a:solidFill>
                <a:latin typeface="Calibri"/>
                <a:ea typeface="Calibri"/>
                <a:cs typeface="Calibri"/>
              </a:rPr>
              <a:t>عادل</a:t>
            </a:r>
            <a:r>
              <a:rPr lang="en-US" sz="1100">
                <a:solidFill>
                  <a:srgbClr val="8892A4"/>
                </a:solidFill>
                <a:latin typeface="Calibri"/>
                <a:ea typeface="Calibri"/>
                <a:cs typeface="Calibri"/>
              </a:rPr>
              <a:t>— Team Leader</a:t>
            </a:r>
            <a:endParaRPr lang="en-US" sz="1100">
              <a:latin typeface="Calibri"/>
              <a:ea typeface="Calibri"/>
              <a:cs typeface="Calibri"/>
            </a:endParaRPr>
          </a:p>
          <a:p>
            <a:pPr marL="0" indent="0" algn="ctr">
              <a:buNone/>
            </a:pPr>
            <a:r>
              <a:rPr lang="en-US" sz="1100">
                <a:solidFill>
                  <a:srgbClr val="8892A4"/>
                </a:solidFill>
                <a:latin typeface="Calibri" pitchFamily="34" charset="0"/>
                <a:ea typeface="Calibri" pitchFamily="34" charset="-122"/>
                <a:cs typeface="Calibri" pitchFamily="34" charset="-120"/>
              </a:rPr>
              <a:t>ITC Graduation Project</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52</Slides>
  <Notes>9</Notes>
  <HiddenSlides>1</HiddenSlide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ITC Graduation Project</dc:title>
  <dc:subject>PptxGenJS Presentation</dc:subject>
  <dc:creator>PptxGenJS</dc:creator>
  <cp:revision>4</cp:revision>
  <dcterms:created xsi:type="dcterms:W3CDTF">2026-06-22T16:21:38Z</dcterms:created>
  <dcterms:modified xsi:type="dcterms:W3CDTF">2026-07-03T16:38:17Z</dcterms:modified>
</cp:coreProperties>
</file>